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sldIdLst>
    <p:sldId id="256" r:id="rId3"/>
    <p:sldId id="257" r:id="rId4"/>
    <p:sldId id="258" r:id="rId5"/>
    <p:sldId id="293" r:id="rId6"/>
    <p:sldId id="299" r:id="rId7"/>
    <p:sldId id="301" r:id="rId8"/>
    <p:sldId id="302" r:id="rId9"/>
    <p:sldId id="303" r:id="rId10"/>
    <p:sldId id="305" r:id="rId11"/>
    <p:sldId id="315" r:id="rId12"/>
    <p:sldId id="300" r:id="rId13"/>
    <p:sldId id="298" r:id="rId14"/>
    <p:sldId id="294" r:id="rId15"/>
    <p:sldId id="304" r:id="rId16"/>
    <p:sldId id="306" r:id="rId17"/>
    <p:sldId id="307" r:id="rId18"/>
    <p:sldId id="309" r:id="rId19"/>
    <p:sldId id="308" r:id="rId20"/>
    <p:sldId id="310" r:id="rId21"/>
    <p:sldId id="311" r:id="rId22"/>
    <p:sldId id="312" r:id="rId23"/>
    <p:sldId id="313" r:id="rId24"/>
    <p:sldId id="314" r:id="rId25"/>
    <p:sldId id="273" r:id="rId26"/>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985FC9-4F67-1C48-BF9E-59941BA01E15}" v="2" dt="2022-06-20T08:00:55.0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3602"/>
  </p:normalViewPr>
  <p:slideViewPr>
    <p:cSldViewPr>
      <p:cViewPr varScale="1">
        <p:scale>
          <a:sx n="88" d="100"/>
          <a:sy n="88" d="100"/>
        </p:scale>
        <p:origin x="1728" y="192"/>
      </p:cViewPr>
      <p:guideLst>
        <p:guide orient="horz" pos="2381"/>
        <p:guide pos="31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ando Ryan Pardomuan" userId="d86b8ec6-6971-4c19-8cd2-30e616069795" providerId="ADAL" clId="{51F648AF-BC6D-844F-94C4-44C691269C70}"/>
    <pc:docChg chg="undo custSel addSld delSld modSld">
      <pc:chgData name="Chrisando Ryan Pardomuan" userId="d86b8ec6-6971-4c19-8cd2-30e616069795" providerId="ADAL" clId="{51F648AF-BC6D-844F-94C4-44C691269C70}" dt="2022-06-11T11:01:20.239" v="1674" actId="20577"/>
      <pc:docMkLst>
        <pc:docMk/>
      </pc:docMkLst>
      <pc:sldChg chg="del">
        <pc:chgData name="Chrisando Ryan Pardomuan" userId="d86b8ec6-6971-4c19-8cd2-30e616069795" providerId="ADAL" clId="{51F648AF-BC6D-844F-94C4-44C691269C70}" dt="2022-06-11T10:42:22.604" v="558" actId="2696"/>
        <pc:sldMkLst>
          <pc:docMk/>
          <pc:sldMk cId="2899569778" sldId="275"/>
        </pc:sldMkLst>
      </pc:sldChg>
      <pc:sldChg chg="modSp mod">
        <pc:chgData name="Chrisando Ryan Pardomuan" userId="d86b8ec6-6971-4c19-8cd2-30e616069795" providerId="ADAL" clId="{51F648AF-BC6D-844F-94C4-44C691269C70}" dt="2022-06-11T11:01:20.239" v="1674" actId="20577"/>
        <pc:sldMkLst>
          <pc:docMk/>
          <pc:sldMk cId="2220597618" sldId="290"/>
        </pc:sldMkLst>
        <pc:spChg chg="mod">
          <ac:chgData name="Chrisando Ryan Pardomuan" userId="d86b8ec6-6971-4c19-8cd2-30e616069795" providerId="ADAL" clId="{51F648AF-BC6D-844F-94C4-44C691269C70}" dt="2022-06-11T11:01:20.239" v="1674" actId="20577"/>
          <ac:spMkLst>
            <pc:docMk/>
            <pc:sldMk cId="2220597618" sldId="290"/>
            <ac:spMk id="4" creationId="{5C98474F-2374-B85D-2379-7820FDDE429F}"/>
          </ac:spMkLst>
        </pc:spChg>
      </pc:sldChg>
      <pc:sldChg chg="del">
        <pc:chgData name="Chrisando Ryan Pardomuan" userId="d86b8ec6-6971-4c19-8cd2-30e616069795" providerId="ADAL" clId="{51F648AF-BC6D-844F-94C4-44C691269C70}" dt="2022-06-11T10:42:22.604" v="558" actId="2696"/>
        <pc:sldMkLst>
          <pc:docMk/>
          <pc:sldMk cId="3895754192" sldId="292"/>
        </pc:sldMkLst>
      </pc:sldChg>
      <pc:sldChg chg="modSp mod">
        <pc:chgData name="Chrisando Ryan Pardomuan" userId="d86b8ec6-6971-4c19-8cd2-30e616069795" providerId="ADAL" clId="{51F648AF-BC6D-844F-94C4-44C691269C70}" dt="2022-06-11T10:40:31.510" v="557" actId="20577"/>
        <pc:sldMkLst>
          <pc:docMk/>
          <pc:sldMk cId="1907571231" sldId="293"/>
        </pc:sldMkLst>
        <pc:spChg chg="mod">
          <ac:chgData name="Chrisando Ryan Pardomuan" userId="d86b8ec6-6971-4c19-8cd2-30e616069795" providerId="ADAL" clId="{51F648AF-BC6D-844F-94C4-44C691269C70}" dt="2022-06-11T10:35:55.780" v="23" actId="20577"/>
          <ac:spMkLst>
            <pc:docMk/>
            <pc:sldMk cId="1907571231" sldId="293"/>
            <ac:spMk id="5" creationId="{00000000-0000-0000-0000-000000000000}"/>
          </ac:spMkLst>
        </pc:spChg>
        <pc:spChg chg="mod">
          <ac:chgData name="Chrisando Ryan Pardomuan" userId="d86b8ec6-6971-4c19-8cd2-30e616069795" providerId="ADAL" clId="{51F648AF-BC6D-844F-94C4-44C691269C70}" dt="2022-06-11T10:40:31.510" v="557" actId="20577"/>
          <ac:spMkLst>
            <pc:docMk/>
            <pc:sldMk cId="1907571231" sldId="293"/>
            <ac:spMk id="8" creationId="{6E9A0B3E-3F6F-3D37-D25F-F39EE4BCCD9B}"/>
          </ac:spMkLst>
        </pc:spChg>
      </pc:sldChg>
      <pc:sldChg chg="add del">
        <pc:chgData name="Chrisando Ryan Pardomuan" userId="d86b8ec6-6971-4c19-8cd2-30e616069795" providerId="ADAL" clId="{51F648AF-BC6D-844F-94C4-44C691269C70}" dt="2022-06-11T10:42:24.628" v="559" actId="2696"/>
        <pc:sldMkLst>
          <pc:docMk/>
          <pc:sldMk cId="2130125105" sldId="294"/>
        </pc:sldMkLst>
      </pc:sldChg>
      <pc:sldChg chg="addSp delSp modSp add mod">
        <pc:chgData name="Chrisando Ryan Pardomuan" userId="d86b8ec6-6971-4c19-8cd2-30e616069795" providerId="ADAL" clId="{51F648AF-BC6D-844F-94C4-44C691269C70}" dt="2022-06-11T10:57:49.302" v="1371" actId="114"/>
        <pc:sldMkLst>
          <pc:docMk/>
          <pc:sldMk cId="3536900842" sldId="294"/>
        </pc:sldMkLst>
        <pc:spChg chg="mod">
          <ac:chgData name="Chrisando Ryan Pardomuan" userId="d86b8ec6-6971-4c19-8cd2-30e616069795" providerId="ADAL" clId="{51F648AF-BC6D-844F-94C4-44C691269C70}" dt="2022-06-11T10:43:25.107" v="583" actId="20577"/>
          <ac:spMkLst>
            <pc:docMk/>
            <pc:sldMk cId="3536900842" sldId="294"/>
            <ac:spMk id="5" creationId="{00000000-0000-0000-0000-000000000000}"/>
          </ac:spMkLst>
        </pc:spChg>
        <pc:spChg chg="mod">
          <ac:chgData name="Chrisando Ryan Pardomuan" userId="d86b8ec6-6971-4c19-8cd2-30e616069795" providerId="ADAL" clId="{51F648AF-BC6D-844F-94C4-44C691269C70}" dt="2022-06-11T10:57:49.302" v="1371" actId="114"/>
          <ac:spMkLst>
            <pc:docMk/>
            <pc:sldMk cId="3536900842" sldId="294"/>
            <ac:spMk id="8" creationId="{6E9A0B3E-3F6F-3D37-D25F-F39EE4BCCD9B}"/>
          </ac:spMkLst>
        </pc:spChg>
        <pc:picChg chg="add del mod">
          <ac:chgData name="Chrisando Ryan Pardomuan" userId="d86b8ec6-6971-4c19-8cd2-30e616069795" providerId="ADAL" clId="{51F648AF-BC6D-844F-94C4-44C691269C70}" dt="2022-06-11T10:52:38.397" v="901" actId="478"/>
          <ac:picMkLst>
            <pc:docMk/>
            <pc:sldMk cId="3536900842" sldId="294"/>
            <ac:picMk id="2" creationId="{E11C8B1D-7576-81B1-140E-A6A5004D2457}"/>
          </ac:picMkLst>
        </pc:picChg>
        <pc:picChg chg="add del mod">
          <ac:chgData name="Chrisando Ryan Pardomuan" userId="d86b8ec6-6971-4c19-8cd2-30e616069795" providerId="ADAL" clId="{51F648AF-BC6D-844F-94C4-44C691269C70}" dt="2022-06-11T10:54:10.589" v="927" actId="478"/>
          <ac:picMkLst>
            <pc:docMk/>
            <pc:sldMk cId="3536900842" sldId="294"/>
            <ac:picMk id="3" creationId="{997C919C-2CAD-55C3-1E8B-C36DCEF1E24D}"/>
          </ac:picMkLst>
        </pc:picChg>
        <pc:picChg chg="add mod">
          <ac:chgData name="Chrisando Ryan Pardomuan" userId="d86b8ec6-6971-4c19-8cd2-30e616069795" providerId="ADAL" clId="{51F648AF-BC6D-844F-94C4-44C691269C70}" dt="2022-06-11T10:57:19.051" v="1253" actId="1076"/>
          <ac:picMkLst>
            <pc:docMk/>
            <pc:sldMk cId="3536900842" sldId="294"/>
            <ac:picMk id="4" creationId="{531AB552-99CB-D1DC-07DA-2A8ECA5FAABC}"/>
          </ac:picMkLst>
        </pc:picChg>
      </pc:sldChg>
      <pc:sldChg chg="modSp add del mod">
        <pc:chgData name="Chrisando Ryan Pardomuan" userId="d86b8ec6-6971-4c19-8cd2-30e616069795" providerId="ADAL" clId="{51F648AF-BC6D-844F-94C4-44C691269C70}" dt="2022-06-11T10:56:19.461" v="1116" actId="2696"/>
        <pc:sldMkLst>
          <pc:docMk/>
          <pc:sldMk cId="395667103" sldId="295"/>
        </pc:sldMkLst>
        <pc:spChg chg="mod">
          <ac:chgData name="Chrisando Ryan Pardomuan" userId="d86b8ec6-6971-4c19-8cd2-30e616069795" providerId="ADAL" clId="{51F648AF-BC6D-844F-94C4-44C691269C70}" dt="2022-06-11T10:55:31.728" v="1114" actId="20577"/>
          <ac:spMkLst>
            <pc:docMk/>
            <pc:sldMk cId="395667103" sldId="295"/>
            <ac:spMk id="5" creationId="{00000000-0000-0000-0000-000000000000}"/>
          </ac:spMkLst>
        </pc:spChg>
        <pc:spChg chg="mod">
          <ac:chgData name="Chrisando Ryan Pardomuan" userId="d86b8ec6-6971-4c19-8cd2-30e616069795" providerId="ADAL" clId="{51F648AF-BC6D-844F-94C4-44C691269C70}" dt="2022-06-11T10:55:54.214" v="1115" actId="20577"/>
          <ac:spMkLst>
            <pc:docMk/>
            <pc:sldMk cId="395667103" sldId="295"/>
            <ac:spMk id="8" creationId="{6E9A0B3E-3F6F-3D37-D25F-F39EE4BCCD9B}"/>
          </ac:spMkLst>
        </pc:spChg>
      </pc:sldChg>
      <pc:sldChg chg="modSp add del mod">
        <pc:chgData name="Chrisando Ryan Pardomuan" userId="d86b8ec6-6971-4c19-8cd2-30e616069795" providerId="ADAL" clId="{51F648AF-BC6D-844F-94C4-44C691269C70}" dt="2022-06-11T11:00:26.631" v="1670" actId="2696"/>
        <pc:sldMkLst>
          <pc:docMk/>
          <pc:sldMk cId="2747929451" sldId="296"/>
        </pc:sldMkLst>
        <pc:spChg chg="mod">
          <ac:chgData name="Chrisando Ryan Pardomuan" userId="d86b8ec6-6971-4c19-8cd2-30e616069795" providerId="ADAL" clId="{51F648AF-BC6D-844F-94C4-44C691269C70}" dt="2022-06-11T10:57:11.821" v="1251" actId="20577"/>
          <ac:spMkLst>
            <pc:docMk/>
            <pc:sldMk cId="2747929451" sldId="296"/>
            <ac:spMk id="5" creationId="{00000000-0000-0000-0000-000000000000}"/>
          </ac:spMkLst>
        </pc:spChg>
        <pc:spChg chg="mod">
          <ac:chgData name="Chrisando Ryan Pardomuan" userId="d86b8ec6-6971-4c19-8cd2-30e616069795" providerId="ADAL" clId="{51F648AF-BC6D-844F-94C4-44C691269C70}" dt="2022-06-11T10:58:01.525" v="1372" actId="20577"/>
          <ac:spMkLst>
            <pc:docMk/>
            <pc:sldMk cId="2747929451" sldId="296"/>
            <ac:spMk id="8" creationId="{6E9A0B3E-3F6F-3D37-D25F-F39EE4BCCD9B}"/>
          </ac:spMkLst>
        </pc:spChg>
      </pc:sldChg>
      <pc:sldChg chg="addSp delSp modSp add mod">
        <pc:chgData name="Chrisando Ryan Pardomuan" userId="d86b8ec6-6971-4c19-8cd2-30e616069795" providerId="ADAL" clId="{51F648AF-BC6D-844F-94C4-44C691269C70}" dt="2022-06-11T11:00:23.551" v="1669" actId="20577"/>
        <pc:sldMkLst>
          <pc:docMk/>
          <pc:sldMk cId="4273638357" sldId="297"/>
        </pc:sldMkLst>
        <pc:spChg chg="mod">
          <ac:chgData name="Chrisando Ryan Pardomuan" userId="d86b8ec6-6971-4c19-8cd2-30e616069795" providerId="ADAL" clId="{51F648AF-BC6D-844F-94C4-44C691269C70}" dt="2022-06-11T11:00:23.551" v="1669" actId="20577"/>
          <ac:spMkLst>
            <pc:docMk/>
            <pc:sldMk cId="4273638357" sldId="297"/>
            <ac:spMk id="8" creationId="{6E9A0B3E-3F6F-3D37-D25F-F39EE4BCCD9B}"/>
          </ac:spMkLst>
        </pc:spChg>
        <pc:picChg chg="add del mod">
          <ac:chgData name="Chrisando Ryan Pardomuan" userId="d86b8ec6-6971-4c19-8cd2-30e616069795" providerId="ADAL" clId="{51F648AF-BC6D-844F-94C4-44C691269C70}" dt="2022-06-11T10:59:17.115" v="1467" actId="478"/>
          <ac:picMkLst>
            <pc:docMk/>
            <pc:sldMk cId="4273638357" sldId="297"/>
            <ac:picMk id="2" creationId="{9548EEBE-3C03-8010-2B5C-69D9495E5630}"/>
          </ac:picMkLst>
        </pc:picChg>
        <pc:picChg chg="add mod">
          <ac:chgData name="Chrisando Ryan Pardomuan" userId="d86b8ec6-6971-4c19-8cd2-30e616069795" providerId="ADAL" clId="{51F648AF-BC6D-844F-94C4-44C691269C70}" dt="2022-06-11T10:59:25.297" v="1470" actId="1076"/>
          <ac:picMkLst>
            <pc:docMk/>
            <pc:sldMk cId="4273638357" sldId="297"/>
            <ac:picMk id="3" creationId="{73993021-9C62-C87D-2A52-7E413E8040C2}"/>
          </ac:picMkLst>
        </pc:picChg>
      </pc:sldChg>
    </pc:docChg>
  </pc:docChgLst>
  <pc:docChgLst>
    <pc:chgData name="Chrisando Ryan Pardomuan" userId="d86b8ec6-6971-4c19-8cd2-30e616069795" providerId="ADAL" clId="{96985FC9-4F67-1C48-BF9E-59941BA01E15}"/>
    <pc:docChg chg="modSld">
      <pc:chgData name="Chrisando Ryan Pardomuan" userId="d86b8ec6-6971-4c19-8cd2-30e616069795" providerId="ADAL" clId="{96985FC9-4F67-1C48-BF9E-59941BA01E15}" dt="2022-06-20T08:00:57.673" v="4" actId="20577"/>
      <pc:docMkLst>
        <pc:docMk/>
      </pc:docMkLst>
      <pc:sldChg chg="modSp mod">
        <pc:chgData name="Chrisando Ryan Pardomuan" userId="d86b8ec6-6971-4c19-8cd2-30e616069795" providerId="ADAL" clId="{96985FC9-4F67-1C48-BF9E-59941BA01E15}" dt="2022-06-20T08:00:57.673" v="4" actId="20577"/>
        <pc:sldMkLst>
          <pc:docMk/>
          <pc:sldMk cId="0" sldId="257"/>
        </pc:sldMkLst>
        <pc:spChg chg="mod">
          <ac:chgData name="Chrisando Ryan Pardomuan" userId="d86b8ec6-6971-4c19-8cd2-30e616069795" providerId="ADAL" clId="{96985FC9-4F67-1C48-BF9E-59941BA01E15}" dt="2022-06-20T08:00:57.673" v="4" actId="20577"/>
          <ac:spMkLst>
            <pc:docMk/>
            <pc:sldMk cId="0" sldId="257"/>
            <ac:spMk id="94" creationId="{00000000-0000-0000-0000-000000000000}"/>
          </ac:spMkLst>
        </pc:spChg>
      </pc:sldChg>
      <pc:sldChg chg="modSp mod">
        <pc:chgData name="Chrisando Ryan Pardomuan" userId="d86b8ec6-6971-4c19-8cd2-30e616069795" providerId="ADAL" clId="{96985FC9-4F67-1C48-BF9E-59941BA01E15}" dt="2022-06-20T08:00:23.898" v="0" actId="20577"/>
        <pc:sldMkLst>
          <pc:docMk/>
          <pc:sldMk cId="0" sldId="258"/>
        </pc:sldMkLst>
        <pc:spChg chg="mod">
          <ac:chgData name="Chrisando Ryan Pardomuan" userId="d86b8ec6-6971-4c19-8cd2-30e616069795" providerId="ADAL" clId="{96985FC9-4F67-1C48-BF9E-59941BA01E15}" dt="2022-06-20T08:00:23.898" v="0" actId="20577"/>
          <ac:spMkLst>
            <pc:docMk/>
            <pc:sldMk cId="0" sldId="258"/>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3" name="PlaceHolder 1"/>
          <p:cNvSpPr>
            <a:spLocks noGrp="1"/>
          </p:cNvSpPr>
          <p:nvPr>
            <p:ph type="body"/>
          </p:nvPr>
        </p:nvSpPr>
        <p:spPr>
          <a:xfrm>
            <a:off x="756000" y="5078520"/>
            <a:ext cx="6047640" cy="4811040"/>
          </a:xfrm>
          <a:prstGeom prst="rect">
            <a:avLst/>
          </a:prstGeom>
        </p:spPr>
        <p:txBody>
          <a:bodyPr lIns="0" tIns="0" rIns="0" bIns="0"/>
          <a:lstStyle/>
          <a:p>
            <a:r>
              <a:rPr lang="en-US" sz="2000">
                <a:latin typeface="Arial"/>
              </a:rPr>
              <a:t>Click to edit the notes format</a:t>
            </a:r>
            <a:endParaRPr/>
          </a:p>
        </p:txBody>
      </p:sp>
      <p:sp>
        <p:nvSpPr>
          <p:cNvPr id="84" name="PlaceHolder 2"/>
          <p:cNvSpPr>
            <a:spLocks noGrp="1"/>
          </p:cNvSpPr>
          <p:nvPr>
            <p:ph type="hdr"/>
          </p:nvPr>
        </p:nvSpPr>
        <p:spPr>
          <a:xfrm>
            <a:off x="0" y="0"/>
            <a:ext cx="3280680" cy="534240"/>
          </a:xfrm>
          <a:prstGeom prst="rect">
            <a:avLst/>
          </a:prstGeom>
        </p:spPr>
        <p:txBody>
          <a:bodyPr lIns="0" tIns="0" rIns="0" bIns="0"/>
          <a:lstStyle/>
          <a:p>
            <a:r>
              <a:rPr lang="en-US" sz="1400">
                <a:latin typeface="Times New Roman"/>
              </a:rPr>
              <a:t>&lt;header&gt;</a:t>
            </a:r>
            <a:endParaRPr/>
          </a:p>
        </p:txBody>
      </p:sp>
      <p:sp>
        <p:nvSpPr>
          <p:cNvPr id="85" name="PlaceHolder 3"/>
          <p:cNvSpPr>
            <a:spLocks noGrp="1"/>
          </p:cNvSpPr>
          <p:nvPr>
            <p:ph type="dt"/>
          </p:nvPr>
        </p:nvSpPr>
        <p:spPr>
          <a:xfrm>
            <a:off x="4278960" y="0"/>
            <a:ext cx="3280680" cy="534240"/>
          </a:xfrm>
          <a:prstGeom prst="rect">
            <a:avLst/>
          </a:prstGeom>
        </p:spPr>
        <p:txBody>
          <a:bodyPr lIns="0" tIns="0" rIns="0" bIns="0"/>
          <a:lstStyle/>
          <a:p>
            <a:pPr algn="r"/>
            <a:r>
              <a:rPr lang="en-US" sz="1400">
                <a:latin typeface="Times New Roman"/>
              </a:rPr>
              <a:t>&lt;date/time&gt;</a:t>
            </a:r>
            <a:endParaRPr/>
          </a:p>
        </p:txBody>
      </p:sp>
      <p:sp>
        <p:nvSpPr>
          <p:cNvPr id="86" name="PlaceHolder 4"/>
          <p:cNvSpPr>
            <a:spLocks noGrp="1"/>
          </p:cNvSpPr>
          <p:nvPr>
            <p:ph type="ftr"/>
          </p:nvPr>
        </p:nvSpPr>
        <p:spPr>
          <a:xfrm>
            <a:off x="0" y="10157400"/>
            <a:ext cx="3280680" cy="534240"/>
          </a:xfrm>
          <a:prstGeom prst="rect">
            <a:avLst/>
          </a:prstGeom>
        </p:spPr>
        <p:txBody>
          <a:bodyPr lIns="0" tIns="0" rIns="0" bIns="0" anchor="b"/>
          <a:lstStyle/>
          <a:p>
            <a:r>
              <a:rPr lang="en-US" sz="1400">
                <a:latin typeface="Times New Roman"/>
              </a:rPr>
              <a:t>&lt;footer&gt;</a:t>
            </a:r>
            <a:endParaRPr/>
          </a:p>
        </p:txBody>
      </p:sp>
      <p:sp>
        <p:nvSpPr>
          <p:cNvPr id="87" name="PlaceHolder 5"/>
          <p:cNvSpPr>
            <a:spLocks noGrp="1"/>
          </p:cNvSpPr>
          <p:nvPr>
            <p:ph type="sldNum"/>
          </p:nvPr>
        </p:nvSpPr>
        <p:spPr>
          <a:xfrm>
            <a:off x="4278960" y="10157400"/>
            <a:ext cx="3280680" cy="534240"/>
          </a:xfrm>
          <a:prstGeom prst="rect">
            <a:avLst/>
          </a:prstGeom>
        </p:spPr>
        <p:txBody>
          <a:bodyPr lIns="0" tIns="0" rIns="0" bIns="0" anchor="b"/>
          <a:lstStyle/>
          <a:p>
            <a:pPr algn="r"/>
            <a:fld id="{60CC8DB6-E66B-4975-A4C2-4EF89854D6E8}" type="slidenum">
              <a:rPr lang="en-US" sz="1400">
                <a:latin typeface="Times New Roman"/>
              </a:rPr>
              <a:pPr algn="r"/>
              <a:t>‹#›</a:t>
            </a:fld>
            <a:endParaRPr/>
          </a:p>
        </p:txBody>
      </p:sp>
    </p:spTree>
    <p:extLst>
      <p:ext uri="{BB962C8B-B14F-4D97-AF65-F5344CB8AC3E}">
        <p14:creationId xmlns:p14="http://schemas.microsoft.com/office/powerpoint/2010/main" val="100750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body"/>
          </p:nvPr>
        </p:nvSpPr>
        <p:spPr>
          <a:xfrm>
            <a:off x="756000" y="5078520"/>
            <a:ext cx="6045840" cy="4809240"/>
          </a:xfrm>
          <a:prstGeom prst="rect">
            <a:avLst/>
          </a:prstGeom>
        </p:spPr>
        <p:txBody>
          <a:bodyPr lIns="0" tIns="0" rIns="0" bIns="0"/>
          <a:lstStyle/>
          <a:p>
            <a:endParaRPr/>
          </a:p>
        </p:txBody>
      </p:sp>
      <p:sp>
        <p:nvSpPr>
          <p:cNvPr id="197" name="CustomShape 2"/>
          <p:cNvSpPr/>
          <p:nvPr/>
        </p:nvSpPr>
        <p:spPr>
          <a:xfrm>
            <a:off x="4282200" y="10155600"/>
            <a:ext cx="3273840" cy="532440"/>
          </a:xfrm>
          <a:prstGeom prst="rect">
            <a:avLst/>
          </a:prstGeom>
          <a:noFill/>
          <a:ln w="9360">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97440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body"/>
          </p:nvPr>
        </p:nvSpPr>
        <p:spPr>
          <a:xfrm>
            <a:off x="756000" y="5078520"/>
            <a:ext cx="6045840" cy="4809240"/>
          </a:xfrm>
          <a:prstGeom prst="rect">
            <a:avLst/>
          </a:prstGeom>
        </p:spPr>
        <p:txBody>
          <a:bodyPr lIns="0" tIns="0" rIns="0" bIns="0"/>
          <a:lstStyle/>
          <a:p>
            <a:endParaRPr/>
          </a:p>
        </p:txBody>
      </p:sp>
      <p:sp>
        <p:nvSpPr>
          <p:cNvPr id="199" name="CustomShape 2"/>
          <p:cNvSpPr/>
          <p:nvPr/>
        </p:nvSpPr>
        <p:spPr>
          <a:xfrm>
            <a:off x="4282200" y="10155600"/>
            <a:ext cx="3273840" cy="532440"/>
          </a:xfrm>
          <a:prstGeom prst="rect">
            <a:avLst/>
          </a:prstGeom>
          <a:noFill/>
          <a:ln w="9360">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51329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body"/>
          </p:nvPr>
        </p:nvSpPr>
        <p:spPr>
          <a:xfrm>
            <a:off x="756000" y="5078520"/>
            <a:ext cx="6045840" cy="4809240"/>
          </a:xfrm>
          <a:prstGeom prst="rect">
            <a:avLst/>
          </a:prstGeom>
        </p:spPr>
        <p:txBody>
          <a:bodyPr lIns="0" tIns="0" rIns="0" bIns="0"/>
          <a:lstStyle/>
          <a:p>
            <a:endParaRPr/>
          </a:p>
        </p:txBody>
      </p:sp>
      <p:sp>
        <p:nvSpPr>
          <p:cNvPr id="199" name="CustomShape 2"/>
          <p:cNvSpPr/>
          <p:nvPr/>
        </p:nvSpPr>
        <p:spPr>
          <a:xfrm>
            <a:off x="4282200" y="10155600"/>
            <a:ext cx="3273840" cy="532440"/>
          </a:xfrm>
          <a:prstGeom prst="rect">
            <a:avLst/>
          </a:prstGeom>
          <a:noFill/>
          <a:ln w="9360">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14482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dirty="0"/>
          </a:p>
        </p:txBody>
      </p:sp>
      <p:sp>
        <p:nvSpPr>
          <p:cNvPr id="9" name="PlaceHolder 2"/>
          <p:cNvSpPr>
            <a:spLocks noGrp="1"/>
          </p:cNvSpPr>
          <p:nvPr>
            <p:ph type="subTitle"/>
          </p:nvPr>
        </p:nvSpPr>
        <p:spPr>
          <a:xfrm>
            <a:off x="504000" y="1768680"/>
            <a:ext cx="9072000" cy="4384080"/>
          </a:xfrm>
          <a:prstGeom prst="rect">
            <a:avLst/>
          </a:prstGeom>
        </p:spPr>
        <p:txBody>
          <a:bodyPr lIns="0" tIns="0" rIns="0" bIns="0" anchor="ctr"/>
          <a:lstStyle/>
          <a:p>
            <a:pPr algn="ct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11" name="PlaceHolder 2"/>
          <p:cNvSpPr>
            <a:spLocks noGrp="1"/>
          </p:cNvSpPr>
          <p:nvPr>
            <p:ph type="body"/>
          </p:nvPr>
        </p:nvSpPr>
        <p:spPr>
          <a:xfrm>
            <a:off x="504000" y="1768680"/>
            <a:ext cx="9072000" cy="438408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13" name="PlaceHolder 2"/>
          <p:cNvSpPr>
            <a:spLocks noGrp="1"/>
          </p:cNvSpPr>
          <p:nvPr>
            <p:ph type="body"/>
          </p:nvPr>
        </p:nvSpPr>
        <p:spPr>
          <a:xfrm>
            <a:off x="504000" y="1768680"/>
            <a:ext cx="4426920" cy="4384080"/>
          </a:xfrm>
          <a:prstGeom prst="rect">
            <a:avLst/>
          </a:prstGeom>
        </p:spPr>
        <p:txBody>
          <a:bodyPr lIns="0" tIns="0" rIns="0" bIns="0"/>
          <a:lstStyle/>
          <a:p>
            <a:endParaRPr/>
          </a:p>
        </p:txBody>
      </p:sp>
      <p:sp>
        <p:nvSpPr>
          <p:cNvPr id="14" name="PlaceHolder 3"/>
          <p:cNvSpPr>
            <a:spLocks noGrp="1"/>
          </p:cNvSpPr>
          <p:nvPr>
            <p:ph type="body"/>
          </p:nvPr>
        </p:nvSpPr>
        <p:spPr>
          <a:xfrm>
            <a:off x="5152680" y="1768680"/>
            <a:ext cx="4426920" cy="438408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504000" y="301320"/>
            <a:ext cx="9072000" cy="585036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18"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19" name="PlaceHolder 3"/>
          <p:cNvSpPr>
            <a:spLocks noGrp="1"/>
          </p:cNvSpPr>
          <p:nvPr>
            <p:ph type="body"/>
          </p:nvPr>
        </p:nvSpPr>
        <p:spPr>
          <a:xfrm>
            <a:off x="504000" y="4058640"/>
            <a:ext cx="4426920" cy="2090880"/>
          </a:xfrm>
          <a:prstGeom prst="rect">
            <a:avLst/>
          </a:prstGeom>
        </p:spPr>
        <p:txBody>
          <a:bodyPr lIns="0" tIns="0" rIns="0" bIns="0"/>
          <a:lstStyle/>
          <a:p>
            <a:endParaRPr/>
          </a:p>
        </p:txBody>
      </p:sp>
      <p:sp>
        <p:nvSpPr>
          <p:cNvPr id="20" name="PlaceHolder 4"/>
          <p:cNvSpPr>
            <a:spLocks noGrp="1"/>
          </p:cNvSpPr>
          <p:nvPr>
            <p:ph type="body"/>
          </p:nvPr>
        </p:nvSpPr>
        <p:spPr>
          <a:xfrm>
            <a:off x="5152680" y="1768680"/>
            <a:ext cx="4426920" cy="438408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22" name="PlaceHolder 2"/>
          <p:cNvSpPr>
            <a:spLocks noGrp="1"/>
          </p:cNvSpPr>
          <p:nvPr>
            <p:ph type="body"/>
          </p:nvPr>
        </p:nvSpPr>
        <p:spPr>
          <a:xfrm>
            <a:off x="504000" y="1768680"/>
            <a:ext cx="4426920" cy="4384080"/>
          </a:xfrm>
          <a:prstGeom prst="rect">
            <a:avLst/>
          </a:prstGeom>
        </p:spPr>
        <p:txBody>
          <a:bodyPr lIns="0" tIns="0" rIns="0" bIns="0"/>
          <a:lstStyle/>
          <a:p>
            <a:endParaRPr/>
          </a:p>
        </p:txBody>
      </p:sp>
      <p:sp>
        <p:nvSpPr>
          <p:cNvPr id="23"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24" name="PlaceHolder 4"/>
          <p:cNvSpPr>
            <a:spLocks noGrp="1"/>
          </p:cNvSpPr>
          <p:nvPr>
            <p:ph type="body"/>
          </p:nvPr>
        </p:nvSpPr>
        <p:spPr>
          <a:xfrm>
            <a:off x="5152680" y="4058640"/>
            <a:ext cx="4426920" cy="209088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26"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27"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28" name="PlaceHolder 4"/>
          <p:cNvSpPr>
            <a:spLocks noGrp="1"/>
          </p:cNvSpPr>
          <p:nvPr>
            <p:ph type="body"/>
          </p:nvPr>
        </p:nvSpPr>
        <p:spPr>
          <a:xfrm>
            <a:off x="504000" y="4058640"/>
            <a:ext cx="9072000" cy="209088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30" name="PlaceHolder 2"/>
          <p:cNvSpPr>
            <a:spLocks noGrp="1"/>
          </p:cNvSpPr>
          <p:nvPr>
            <p:ph type="body"/>
          </p:nvPr>
        </p:nvSpPr>
        <p:spPr>
          <a:xfrm>
            <a:off x="504000" y="1768680"/>
            <a:ext cx="9072000" cy="2090880"/>
          </a:xfrm>
          <a:prstGeom prst="rect">
            <a:avLst/>
          </a:prstGeom>
        </p:spPr>
        <p:txBody>
          <a:bodyPr lIns="0" tIns="0" rIns="0" bIns="0"/>
          <a:lstStyle/>
          <a:p>
            <a:endParaRPr/>
          </a:p>
        </p:txBody>
      </p:sp>
      <p:sp>
        <p:nvSpPr>
          <p:cNvPr id="31" name="PlaceHolder 3"/>
          <p:cNvSpPr>
            <a:spLocks noGrp="1"/>
          </p:cNvSpPr>
          <p:nvPr>
            <p:ph type="body"/>
          </p:nvPr>
        </p:nvSpPr>
        <p:spPr>
          <a:xfrm>
            <a:off x="504000" y="4058640"/>
            <a:ext cx="9072000" cy="209088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33"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34"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35" name="PlaceHolder 4"/>
          <p:cNvSpPr>
            <a:spLocks noGrp="1"/>
          </p:cNvSpPr>
          <p:nvPr>
            <p:ph type="body"/>
          </p:nvPr>
        </p:nvSpPr>
        <p:spPr>
          <a:xfrm>
            <a:off x="5152680" y="4058640"/>
            <a:ext cx="4426920" cy="2090880"/>
          </a:xfrm>
          <a:prstGeom prst="rect">
            <a:avLst/>
          </a:prstGeom>
        </p:spPr>
        <p:txBody>
          <a:bodyPr lIns="0" tIns="0" rIns="0" bIns="0"/>
          <a:lstStyle/>
          <a:p>
            <a:endParaRPr/>
          </a:p>
        </p:txBody>
      </p:sp>
      <p:sp>
        <p:nvSpPr>
          <p:cNvPr id="36" name="PlaceHolder 5"/>
          <p:cNvSpPr>
            <a:spLocks noGrp="1"/>
          </p:cNvSpPr>
          <p:nvPr>
            <p:ph type="body"/>
          </p:nvPr>
        </p:nvSpPr>
        <p:spPr>
          <a:xfrm>
            <a:off x="504000" y="4058640"/>
            <a:ext cx="4426920" cy="209088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38" name="PlaceHolder 2"/>
          <p:cNvSpPr>
            <a:spLocks noGrp="1"/>
          </p:cNvSpPr>
          <p:nvPr>
            <p:ph type="body"/>
          </p:nvPr>
        </p:nvSpPr>
        <p:spPr>
          <a:xfrm>
            <a:off x="504000" y="1768680"/>
            <a:ext cx="9072000" cy="4384080"/>
          </a:xfrm>
          <a:prstGeom prst="rect">
            <a:avLst/>
          </a:prstGeom>
        </p:spPr>
        <p:txBody>
          <a:bodyPr lIns="0" tIns="0" rIns="0" bIns="0"/>
          <a:lstStyle/>
          <a:p>
            <a:endParaRPr/>
          </a:p>
        </p:txBody>
      </p:sp>
      <p:sp>
        <p:nvSpPr>
          <p:cNvPr id="39" name="PlaceHolder 3"/>
          <p:cNvSpPr>
            <a:spLocks noGrp="1"/>
          </p:cNvSpPr>
          <p:nvPr>
            <p:ph type="body"/>
          </p:nvPr>
        </p:nvSpPr>
        <p:spPr>
          <a:xfrm>
            <a:off x="504000" y="1768680"/>
            <a:ext cx="9072000" cy="4384080"/>
          </a:xfrm>
          <a:prstGeom prst="rect">
            <a:avLst/>
          </a:prstGeom>
        </p:spPr>
        <p:txBody>
          <a:bodyPr lIns="0" tIns="0" rIns="0" bIns="0"/>
          <a:lstStyle/>
          <a:p>
            <a:endParaRPr/>
          </a:p>
        </p:txBody>
      </p:sp>
      <p:pic>
        <p:nvPicPr>
          <p:cNvPr id="40" name="Picture 39"/>
          <p:cNvPicPr/>
          <p:nvPr/>
        </p:nvPicPr>
        <p:blipFill>
          <a:blip r:embed="rId2"/>
          <a:stretch/>
        </p:blipFill>
        <p:spPr>
          <a:xfrm>
            <a:off x="2292480" y="1768680"/>
            <a:ext cx="5494680" cy="4384080"/>
          </a:xfrm>
          <a:prstGeom prst="rect">
            <a:avLst/>
          </a:prstGeom>
          <a:ln>
            <a:noFill/>
          </a:ln>
        </p:spPr>
      </p:pic>
      <p:pic>
        <p:nvPicPr>
          <p:cNvPr id="41" name="Picture 40"/>
          <p:cNvPicPr/>
          <p:nvPr/>
        </p:nvPicPr>
        <p:blipFill>
          <a:blip r:embed="rId2"/>
          <a:stretch/>
        </p:blipFill>
        <p:spPr>
          <a:xfrm>
            <a:off x="2292480" y="1768680"/>
            <a:ext cx="5494680" cy="43840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50" name="PlaceHolder 2"/>
          <p:cNvSpPr>
            <a:spLocks noGrp="1"/>
          </p:cNvSpPr>
          <p:nvPr>
            <p:ph type="subTitle"/>
          </p:nvPr>
        </p:nvSpPr>
        <p:spPr>
          <a:xfrm>
            <a:off x="504000" y="1768680"/>
            <a:ext cx="9072000" cy="438408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52" name="PlaceHolder 2"/>
          <p:cNvSpPr>
            <a:spLocks noGrp="1"/>
          </p:cNvSpPr>
          <p:nvPr>
            <p:ph type="body"/>
          </p:nvPr>
        </p:nvSpPr>
        <p:spPr>
          <a:xfrm>
            <a:off x="504000" y="1768680"/>
            <a:ext cx="9072000" cy="4384080"/>
          </a:xfrm>
          <a:prstGeom prst="rect">
            <a:avLst/>
          </a:prstGeom>
        </p:spPr>
        <p:txBody>
          <a:bodyPr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54" name="PlaceHolder 2"/>
          <p:cNvSpPr>
            <a:spLocks noGrp="1"/>
          </p:cNvSpPr>
          <p:nvPr>
            <p:ph type="body"/>
          </p:nvPr>
        </p:nvSpPr>
        <p:spPr>
          <a:xfrm>
            <a:off x="504000" y="1768680"/>
            <a:ext cx="4426920" cy="4384080"/>
          </a:xfrm>
          <a:prstGeom prst="rect">
            <a:avLst/>
          </a:prstGeom>
        </p:spPr>
        <p:txBody>
          <a:bodyPr lIns="0" tIns="0" rIns="0" bIns="0"/>
          <a:lstStyle/>
          <a:p>
            <a:endParaRPr/>
          </a:p>
        </p:txBody>
      </p:sp>
      <p:sp>
        <p:nvSpPr>
          <p:cNvPr id="55" name="PlaceHolder 3"/>
          <p:cNvSpPr>
            <a:spLocks noGrp="1"/>
          </p:cNvSpPr>
          <p:nvPr>
            <p:ph type="body"/>
          </p:nvPr>
        </p:nvSpPr>
        <p:spPr>
          <a:xfrm>
            <a:off x="5152680" y="1768680"/>
            <a:ext cx="4426920" cy="4384080"/>
          </a:xfrm>
          <a:prstGeom prst="rect">
            <a:avLst/>
          </a:prstGeom>
        </p:spPr>
        <p:txBody>
          <a:bodyPr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504000" y="301320"/>
            <a:ext cx="9072000" cy="585036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59"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60" name="PlaceHolder 3"/>
          <p:cNvSpPr>
            <a:spLocks noGrp="1"/>
          </p:cNvSpPr>
          <p:nvPr>
            <p:ph type="body"/>
          </p:nvPr>
        </p:nvSpPr>
        <p:spPr>
          <a:xfrm>
            <a:off x="504000" y="4058640"/>
            <a:ext cx="4426920" cy="2090880"/>
          </a:xfrm>
          <a:prstGeom prst="rect">
            <a:avLst/>
          </a:prstGeom>
        </p:spPr>
        <p:txBody>
          <a:bodyPr lIns="0" tIns="0" rIns="0" bIns="0"/>
          <a:lstStyle/>
          <a:p>
            <a:endParaRPr/>
          </a:p>
        </p:txBody>
      </p:sp>
      <p:sp>
        <p:nvSpPr>
          <p:cNvPr id="61" name="PlaceHolder 4"/>
          <p:cNvSpPr>
            <a:spLocks noGrp="1"/>
          </p:cNvSpPr>
          <p:nvPr>
            <p:ph type="body"/>
          </p:nvPr>
        </p:nvSpPr>
        <p:spPr>
          <a:xfrm>
            <a:off x="5152680" y="1768680"/>
            <a:ext cx="4426920" cy="4384080"/>
          </a:xfrm>
          <a:prstGeom prst="rect">
            <a:avLst/>
          </a:prstGeom>
        </p:spPr>
        <p:txBody>
          <a:bodyPr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63" name="PlaceHolder 2"/>
          <p:cNvSpPr>
            <a:spLocks noGrp="1"/>
          </p:cNvSpPr>
          <p:nvPr>
            <p:ph type="body"/>
          </p:nvPr>
        </p:nvSpPr>
        <p:spPr>
          <a:xfrm>
            <a:off x="504000" y="1768680"/>
            <a:ext cx="4426920" cy="4384080"/>
          </a:xfrm>
          <a:prstGeom prst="rect">
            <a:avLst/>
          </a:prstGeom>
        </p:spPr>
        <p:txBody>
          <a:bodyPr lIns="0" tIns="0" rIns="0" bIns="0"/>
          <a:lstStyle/>
          <a:p>
            <a:endParaRPr/>
          </a:p>
        </p:txBody>
      </p:sp>
      <p:sp>
        <p:nvSpPr>
          <p:cNvPr id="64"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65" name="PlaceHolder 4"/>
          <p:cNvSpPr>
            <a:spLocks noGrp="1"/>
          </p:cNvSpPr>
          <p:nvPr>
            <p:ph type="body"/>
          </p:nvPr>
        </p:nvSpPr>
        <p:spPr>
          <a:xfrm>
            <a:off x="5152680" y="4058640"/>
            <a:ext cx="4426920" cy="2090880"/>
          </a:xfrm>
          <a:prstGeom prst="rect">
            <a:avLst/>
          </a:prstGeom>
        </p:spPr>
        <p:txBody>
          <a:bodyPr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67"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68"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69" name="PlaceHolder 4"/>
          <p:cNvSpPr>
            <a:spLocks noGrp="1"/>
          </p:cNvSpPr>
          <p:nvPr>
            <p:ph type="body"/>
          </p:nvPr>
        </p:nvSpPr>
        <p:spPr>
          <a:xfrm>
            <a:off x="504000" y="4058640"/>
            <a:ext cx="9072000" cy="2090880"/>
          </a:xfrm>
          <a:prstGeom prst="rect">
            <a:avLst/>
          </a:prstGeom>
        </p:spPr>
        <p:txBody>
          <a:bodyPr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71" name="PlaceHolder 2"/>
          <p:cNvSpPr>
            <a:spLocks noGrp="1"/>
          </p:cNvSpPr>
          <p:nvPr>
            <p:ph type="body"/>
          </p:nvPr>
        </p:nvSpPr>
        <p:spPr>
          <a:xfrm>
            <a:off x="504000" y="1768680"/>
            <a:ext cx="9072000" cy="2090880"/>
          </a:xfrm>
          <a:prstGeom prst="rect">
            <a:avLst/>
          </a:prstGeom>
        </p:spPr>
        <p:txBody>
          <a:bodyPr lIns="0" tIns="0" rIns="0" bIns="0"/>
          <a:lstStyle/>
          <a:p>
            <a:endParaRPr/>
          </a:p>
        </p:txBody>
      </p:sp>
      <p:sp>
        <p:nvSpPr>
          <p:cNvPr id="72" name="PlaceHolder 3"/>
          <p:cNvSpPr>
            <a:spLocks noGrp="1"/>
          </p:cNvSpPr>
          <p:nvPr>
            <p:ph type="body"/>
          </p:nvPr>
        </p:nvSpPr>
        <p:spPr>
          <a:xfrm>
            <a:off x="504000" y="4058640"/>
            <a:ext cx="9072000" cy="2090880"/>
          </a:xfrm>
          <a:prstGeom prst="rect">
            <a:avLst/>
          </a:prstGeom>
        </p:spPr>
        <p:txBody>
          <a:bodyPr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74"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75"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76" name="PlaceHolder 4"/>
          <p:cNvSpPr>
            <a:spLocks noGrp="1"/>
          </p:cNvSpPr>
          <p:nvPr>
            <p:ph type="body"/>
          </p:nvPr>
        </p:nvSpPr>
        <p:spPr>
          <a:xfrm>
            <a:off x="5152680" y="4058640"/>
            <a:ext cx="4426920" cy="2090880"/>
          </a:xfrm>
          <a:prstGeom prst="rect">
            <a:avLst/>
          </a:prstGeom>
        </p:spPr>
        <p:txBody>
          <a:bodyPr lIns="0" tIns="0" rIns="0" bIns="0"/>
          <a:lstStyle/>
          <a:p>
            <a:endParaRPr/>
          </a:p>
        </p:txBody>
      </p:sp>
      <p:sp>
        <p:nvSpPr>
          <p:cNvPr id="77" name="PlaceHolder 5"/>
          <p:cNvSpPr>
            <a:spLocks noGrp="1"/>
          </p:cNvSpPr>
          <p:nvPr>
            <p:ph type="body"/>
          </p:nvPr>
        </p:nvSpPr>
        <p:spPr>
          <a:xfrm>
            <a:off x="504000" y="4058640"/>
            <a:ext cx="4426920" cy="2090880"/>
          </a:xfrm>
          <a:prstGeom prst="rect">
            <a:avLst/>
          </a:prstGeom>
        </p:spPr>
        <p:txBody>
          <a:bodyPr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301320"/>
            <a:ext cx="9072000" cy="1261800"/>
          </a:xfrm>
          <a:prstGeom prst="rect">
            <a:avLst/>
          </a:prstGeom>
        </p:spPr>
        <p:txBody>
          <a:bodyPr lIns="0" tIns="0" rIns="0" bIns="0" anchor="ctr"/>
          <a:lstStyle/>
          <a:p>
            <a:pPr algn="ctr"/>
            <a:endParaRPr/>
          </a:p>
        </p:txBody>
      </p:sp>
      <p:sp>
        <p:nvSpPr>
          <p:cNvPr id="79" name="PlaceHolder 2"/>
          <p:cNvSpPr>
            <a:spLocks noGrp="1"/>
          </p:cNvSpPr>
          <p:nvPr>
            <p:ph type="body"/>
          </p:nvPr>
        </p:nvSpPr>
        <p:spPr>
          <a:xfrm>
            <a:off x="504000" y="1768680"/>
            <a:ext cx="9072000" cy="4384080"/>
          </a:xfrm>
          <a:prstGeom prst="rect">
            <a:avLst/>
          </a:prstGeom>
        </p:spPr>
        <p:txBody>
          <a:bodyPr lIns="0" tIns="0" rIns="0" bIns="0"/>
          <a:lstStyle/>
          <a:p>
            <a:endParaRPr/>
          </a:p>
        </p:txBody>
      </p:sp>
      <p:sp>
        <p:nvSpPr>
          <p:cNvPr id="80" name="PlaceHolder 3"/>
          <p:cNvSpPr>
            <a:spLocks noGrp="1"/>
          </p:cNvSpPr>
          <p:nvPr>
            <p:ph type="body"/>
          </p:nvPr>
        </p:nvSpPr>
        <p:spPr>
          <a:xfrm>
            <a:off x="504000" y="1768680"/>
            <a:ext cx="9072000" cy="4384080"/>
          </a:xfrm>
          <a:prstGeom prst="rect">
            <a:avLst/>
          </a:prstGeom>
        </p:spPr>
        <p:txBody>
          <a:bodyPr lIns="0" tIns="0" rIns="0" bIns="0"/>
          <a:lstStyle/>
          <a:p>
            <a:endParaRPr/>
          </a:p>
        </p:txBody>
      </p:sp>
      <p:pic>
        <p:nvPicPr>
          <p:cNvPr id="81" name="Picture 80"/>
          <p:cNvPicPr/>
          <p:nvPr/>
        </p:nvPicPr>
        <p:blipFill>
          <a:blip r:embed="rId2"/>
          <a:stretch/>
        </p:blipFill>
        <p:spPr>
          <a:xfrm>
            <a:off x="2292480" y="1768680"/>
            <a:ext cx="5494680" cy="4384080"/>
          </a:xfrm>
          <a:prstGeom prst="rect">
            <a:avLst/>
          </a:prstGeom>
          <a:ln>
            <a:noFill/>
          </a:ln>
        </p:spPr>
      </p:pic>
      <p:pic>
        <p:nvPicPr>
          <p:cNvPr id="82" name="Picture 81"/>
          <p:cNvPicPr/>
          <p:nvPr/>
        </p:nvPicPr>
        <p:blipFill>
          <a:blip r:embed="rId2"/>
          <a:stretch/>
        </p:blipFill>
        <p:spPr>
          <a:xfrm>
            <a:off x="2292480" y="1768680"/>
            <a:ext cx="5494680" cy="43840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1"/>
          <p:cNvPicPr/>
          <p:nvPr/>
        </p:nvPicPr>
        <p:blipFill>
          <a:blip r:embed="rId14"/>
          <a:stretch/>
        </p:blipFill>
        <p:spPr>
          <a:xfrm>
            <a:off x="0" y="5040"/>
            <a:ext cx="10077840" cy="7124040"/>
          </a:xfrm>
          <a:prstGeom prst="rect">
            <a:avLst/>
          </a:prstGeom>
          <a:ln>
            <a:noFill/>
          </a:ln>
        </p:spPr>
      </p:pic>
      <p:sp>
        <p:nvSpPr>
          <p:cNvPr id="9" name="CustomShape 1"/>
          <p:cNvSpPr/>
          <p:nvPr/>
        </p:nvSpPr>
        <p:spPr>
          <a:xfrm>
            <a:off x="0" y="5685120"/>
            <a:ext cx="10077840" cy="187272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sp>
      <p:pic>
        <p:nvPicPr>
          <p:cNvPr id="2" name="Picture 14"/>
          <p:cNvPicPr/>
          <p:nvPr/>
        </p:nvPicPr>
        <p:blipFill>
          <a:blip r:embed="rId15"/>
          <a:stretch/>
        </p:blipFill>
        <p:spPr>
          <a:xfrm>
            <a:off x="0" y="0"/>
            <a:ext cx="10077840" cy="1149480"/>
          </a:xfrm>
          <a:prstGeom prst="rect">
            <a:avLst/>
          </a:prstGeom>
          <a:ln>
            <a:noFill/>
          </a:ln>
        </p:spPr>
      </p:pic>
      <p:pic>
        <p:nvPicPr>
          <p:cNvPr id="3" name="Picture 1"/>
          <p:cNvPicPr/>
          <p:nvPr/>
        </p:nvPicPr>
        <p:blipFill>
          <a:blip r:embed="rId16"/>
          <a:stretch/>
        </p:blipFill>
        <p:spPr>
          <a:xfrm>
            <a:off x="5040" y="5040"/>
            <a:ext cx="10072800" cy="7120440"/>
          </a:xfrm>
          <a:prstGeom prst="rect">
            <a:avLst/>
          </a:prstGeom>
          <a:ln>
            <a:noFill/>
          </a:ln>
        </p:spPr>
      </p:pic>
      <p:sp>
        <p:nvSpPr>
          <p:cNvPr id="4" name="CustomShape 2"/>
          <p:cNvSpPr/>
          <p:nvPr/>
        </p:nvSpPr>
        <p:spPr>
          <a:xfrm>
            <a:off x="0" y="5685120"/>
            <a:ext cx="10077840" cy="187272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sp>
      <p:sp>
        <p:nvSpPr>
          <p:cNvPr id="5" name="CustomShape 3"/>
          <p:cNvSpPr/>
          <p:nvPr/>
        </p:nvSpPr>
        <p:spPr>
          <a:xfrm>
            <a:off x="1864800" y="1794960"/>
            <a:ext cx="8213040" cy="576252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p:style>
      </p:sp>
      <p:sp>
        <p:nvSpPr>
          <p:cNvPr id="6" name="PlaceHolder 4"/>
          <p:cNvSpPr>
            <a:spLocks noGrp="1"/>
          </p:cNvSpPr>
          <p:nvPr>
            <p:ph type="title"/>
          </p:nvPr>
        </p:nvSpPr>
        <p:spPr>
          <a:xfrm>
            <a:off x="504000" y="301320"/>
            <a:ext cx="9072000" cy="1261800"/>
          </a:xfrm>
          <a:prstGeom prst="rect">
            <a:avLst/>
          </a:prstGeom>
        </p:spPr>
        <p:txBody>
          <a:bodyPr lIns="0" tIns="0" rIns="0" bIns="0" anchor="ctr"/>
          <a:lstStyle/>
          <a:p>
            <a:pPr algn="ctr"/>
            <a:r>
              <a:rPr lang="en-US" sz="4400" dirty="0">
                <a:latin typeface="Arial"/>
              </a:rPr>
              <a:t>Click to edit the title text format</a:t>
            </a:r>
            <a:endParaRPr dirty="0"/>
          </a:p>
        </p:txBody>
      </p:sp>
      <p:sp>
        <p:nvSpPr>
          <p:cNvPr id="7" name="PlaceHolder 5"/>
          <p:cNvSpPr>
            <a:spLocks noGrp="1"/>
          </p:cNvSpPr>
          <p:nvPr>
            <p:ph type="body"/>
          </p:nvPr>
        </p:nvSpPr>
        <p:spPr>
          <a:xfrm>
            <a:off x="504000" y="1768680"/>
            <a:ext cx="9072000" cy="4384080"/>
          </a:xfrm>
          <a:prstGeom prst="rect">
            <a:avLst/>
          </a:prstGeom>
        </p:spPr>
        <p:txBody>
          <a:bodyPr lIns="0" tIns="0" rIns="0" bIns="0"/>
          <a:lstStyle/>
          <a:p>
            <a:pPr>
              <a:buSzPct val="45000"/>
              <a:buFont typeface="StarSymbol"/>
              <a:buChar char=""/>
            </a:pPr>
            <a:r>
              <a:rPr lang="en-US" sz="3200" dirty="0">
                <a:latin typeface="Arial"/>
              </a:rPr>
              <a:t>Click to edit the outline text format</a:t>
            </a:r>
            <a:endParaRPr dirty="0"/>
          </a:p>
          <a:p>
            <a:pPr lvl="1">
              <a:buSzPct val="75000"/>
              <a:buFont typeface="StarSymbol"/>
              <a:buChar char=""/>
            </a:pPr>
            <a:r>
              <a:rPr lang="en-US" sz="2800" dirty="0">
                <a:latin typeface="Arial"/>
              </a:rPr>
              <a:t>Second Outline Level</a:t>
            </a:r>
            <a:endParaRPr dirty="0"/>
          </a:p>
          <a:p>
            <a:pPr lvl="2">
              <a:buSzPct val="45000"/>
              <a:buFont typeface="StarSymbol"/>
              <a:buChar char=""/>
            </a:pPr>
            <a:r>
              <a:rPr lang="en-US" sz="2400" dirty="0">
                <a:latin typeface="Arial"/>
              </a:rPr>
              <a:t>Third Outline Level</a:t>
            </a:r>
            <a:endParaRPr dirty="0"/>
          </a:p>
          <a:p>
            <a:pPr lvl="3">
              <a:buSzPct val="75000"/>
              <a:buFont typeface="StarSymbol"/>
              <a:buChar char=""/>
            </a:pPr>
            <a:r>
              <a:rPr lang="en-US" sz="2000" dirty="0">
                <a:latin typeface="Arial"/>
              </a:rPr>
              <a:t>Fourth Outline Level</a:t>
            </a:r>
            <a:endParaRPr dirty="0"/>
          </a:p>
          <a:p>
            <a:pPr lvl="4">
              <a:buSzPct val="45000"/>
              <a:buFont typeface="StarSymbol"/>
              <a:buChar char=""/>
            </a:pPr>
            <a:r>
              <a:rPr lang="en-US" sz="2000" dirty="0">
                <a:latin typeface="Arial"/>
              </a:rPr>
              <a:t>Fifth Outline Level</a:t>
            </a:r>
            <a:endParaRPr dirty="0"/>
          </a:p>
          <a:p>
            <a:pPr lvl="5">
              <a:buSzPct val="45000"/>
              <a:buFont typeface="StarSymbol"/>
              <a:buChar char=""/>
            </a:pPr>
            <a:r>
              <a:rPr lang="en-US" sz="2000" dirty="0">
                <a:latin typeface="Arial"/>
              </a:rPr>
              <a:t>Sixth Outline Level</a:t>
            </a:r>
            <a:endParaRPr dirty="0"/>
          </a:p>
          <a:p>
            <a:pPr lvl="6">
              <a:buSzPct val="45000"/>
              <a:buFont typeface="StarSymbol"/>
              <a:buChar char=""/>
            </a:pPr>
            <a:r>
              <a:rPr lang="en-US" sz="2000" dirty="0">
                <a:latin typeface="Arial"/>
              </a:rPr>
              <a:t>Seventh Outline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defRPr>
          <a:latin typeface="Calibri" panose="020F0502020204030204" pitchFamily="34" charset="0"/>
          <a:cs typeface="Calibri" panose="020F0502020204030204" pitchFamily="34" charset="0"/>
        </a:defRPr>
      </a:lvl1pPr>
    </p:titleStyle>
    <p:body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vl6pPr>
        <a:defRPr>
          <a:latin typeface="Calibri" panose="020F0502020204030204" pitchFamily="34" charset="0"/>
          <a:cs typeface="Calibri" panose="020F0502020204030204" pitchFamily="34" charset="0"/>
        </a:defRPr>
      </a:lvl6pPr>
      <a:lvl7pPr>
        <a:defRPr>
          <a:latin typeface="Calibri" panose="020F0502020204030204" pitchFamily="34" charset="0"/>
          <a:cs typeface="Calibri" panose="020F0502020204030204" pitchFamily="34" charset="0"/>
        </a:defRPr>
      </a:lvl7pPr>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Picture 1"/>
          <p:cNvPicPr/>
          <p:nvPr/>
        </p:nvPicPr>
        <p:blipFill>
          <a:blip r:embed="rId14"/>
          <a:stretch/>
        </p:blipFill>
        <p:spPr>
          <a:xfrm>
            <a:off x="0" y="5040"/>
            <a:ext cx="10077840" cy="7124040"/>
          </a:xfrm>
          <a:prstGeom prst="rect">
            <a:avLst/>
          </a:prstGeom>
          <a:ln>
            <a:noFill/>
          </a:ln>
        </p:spPr>
      </p:pic>
      <p:sp>
        <p:nvSpPr>
          <p:cNvPr id="43" name="CustomShape 1"/>
          <p:cNvSpPr/>
          <p:nvPr/>
        </p:nvSpPr>
        <p:spPr>
          <a:xfrm>
            <a:off x="0" y="5685120"/>
            <a:ext cx="10077840" cy="187272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sp>
      <p:pic>
        <p:nvPicPr>
          <p:cNvPr id="44" name="Picture 14"/>
          <p:cNvPicPr/>
          <p:nvPr/>
        </p:nvPicPr>
        <p:blipFill>
          <a:blip r:embed="rId15"/>
          <a:stretch/>
        </p:blipFill>
        <p:spPr>
          <a:xfrm>
            <a:off x="0" y="0"/>
            <a:ext cx="10077840" cy="1149480"/>
          </a:xfrm>
          <a:prstGeom prst="rect">
            <a:avLst/>
          </a:prstGeom>
          <a:ln>
            <a:noFill/>
          </a:ln>
        </p:spPr>
      </p:pic>
      <p:pic>
        <p:nvPicPr>
          <p:cNvPr id="45" name="Picture 1"/>
          <p:cNvPicPr/>
          <p:nvPr/>
        </p:nvPicPr>
        <p:blipFill>
          <a:blip r:embed="rId14"/>
          <a:stretch/>
        </p:blipFill>
        <p:spPr>
          <a:xfrm>
            <a:off x="0" y="-15480"/>
            <a:ext cx="10077840" cy="7124040"/>
          </a:xfrm>
          <a:prstGeom prst="rect">
            <a:avLst/>
          </a:prstGeom>
          <a:ln>
            <a:noFill/>
          </a:ln>
        </p:spPr>
      </p:pic>
      <p:sp>
        <p:nvSpPr>
          <p:cNvPr id="46" name="CustomShape 2"/>
          <p:cNvSpPr/>
          <p:nvPr/>
        </p:nvSpPr>
        <p:spPr>
          <a:xfrm>
            <a:off x="0" y="5685120"/>
            <a:ext cx="10077840" cy="187272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sp>
      <p:sp>
        <p:nvSpPr>
          <p:cNvPr id="47" name="PlaceHolder 3"/>
          <p:cNvSpPr>
            <a:spLocks noGrp="1"/>
          </p:cNvSpPr>
          <p:nvPr>
            <p:ph type="title"/>
          </p:nvPr>
        </p:nvSpPr>
        <p:spPr>
          <a:xfrm>
            <a:off x="504000" y="301320"/>
            <a:ext cx="9072000" cy="1261800"/>
          </a:xfrm>
          <a:prstGeom prst="rect">
            <a:avLst/>
          </a:prstGeom>
        </p:spPr>
        <p:txBody>
          <a:bodyPr lIns="0" tIns="0" rIns="0" bIns="0" anchor="ctr"/>
          <a:lstStyle/>
          <a:p>
            <a:pPr algn="ctr"/>
            <a:r>
              <a:rPr lang="en-US" sz="4400">
                <a:latin typeface="Arial"/>
              </a:rPr>
              <a:t>Click to edit the title text format</a:t>
            </a:r>
            <a:endParaRPr/>
          </a:p>
        </p:txBody>
      </p:sp>
      <p:sp>
        <p:nvSpPr>
          <p:cNvPr id="48" name="PlaceHolder 4"/>
          <p:cNvSpPr>
            <a:spLocks noGrp="1"/>
          </p:cNvSpPr>
          <p:nvPr>
            <p:ph type="body"/>
          </p:nvPr>
        </p:nvSpPr>
        <p:spPr>
          <a:xfrm>
            <a:off x="504000" y="1768680"/>
            <a:ext cx="9072000" cy="4384080"/>
          </a:xfrm>
          <a:prstGeom prst="rect">
            <a:avLst/>
          </a:prstGeom>
        </p:spPr>
        <p:txBody>
          <a:bodyPr lIns="0" tIns="0" rIns="0" bIns="0"/>
          <a:lstStyle/>
          <a:p>
            <a:pPr>
              <a:buSzPct val="45000"/>
              <a:buFont typeface="StarSymbol"/>
              <a:buChar char=""/>
            </a:pPr>
            <a:r>
              <a:rPr lang="en-US" sz="3200">
                <a:latin typeface="Arial"/>
              </a:rPr>
              <a:t>Click to edit the outline text format</a:t>
            </a:r>
            <a:endParaRPr/>
          </a:p>
          <a:p>
            <a:pPr lvl="1">
              <a:buSzPct val="75000"/>
              <a:buFont typeface="StarSymbol"/>
              <a:buChar char=""/>
            </a:pPr>
            <a:r>
              <a:rPr lang="en-US" sz="2800">
                <a:latin typeface="Arial"/>
              </a:rPr>
              <a:t>Second Outline Level</a:t>
            </a:r>
            <a:endParaRPr/>
          </a:p>
          <a:p>
            <a:pPr lvl="2">
              <a:buSzPct val="45000"/>
              <a:buFont typeface="StarSymbol"/>
              <a:buChar char=""/>
            </a:pPr>
            <a:r>
              <a:rPr lang="en-US" sz="2400">
                <a:latin typeface="Arial"/>
              </a:rPr>
              <a:t>Third Outline Level</a:t>
            </a:r>
            <a:endParaRPr/>
          </a:p>
          <a:p>
            <a:pPr lvl="3">
              <a:buSzPct val="75000"/>
              <a:buFont typeface="StarSymbol"/>
              <a:buChar char=""/>
            </a:pPr>
            <a:r>
              <a:rPr lang="en-US" sz="2000">
                <a:latin typeface="Arial"/>
              </a:rPr>
              <a:t>Fourth Outline Level</a:t>
            </a:r>
            <a:endParaRPr/>
          </a:p>
          <a:p>
            <a:pPr lvl="4">
              <a:buSzPct val="45000"/>
              <a:buFont typeface="StarSymbol"/>
              <a:buChar char=""/>
            </a:pPr>
            <a:r>
              <a:rPr lang="en-US" sz="2000">
                <a:latin typeface="Arial"/>
              </a:rPr>
              <a:t>Fifth Outline Level</a:t>
            </a:r>
            <a:endParaRPr/>
          </a:p>
          <a:p>
            <a:pPr lvl="5">
              <a:buSzPct val="45000"/>
              <a:buFont typeface="StarSymbol"/>
              <a:buChar char=""/>
            </a:pPr>
            <a:r>
              <a:rPr lang="en-US" sz="2000">
                <a:latin typeface="Arial"/>
              </a:rPr>
              <a:t>Sixth Outline Level</a:t>
            </a:r>
            <a:endParaRPr/>
          </a:p>
          <a:p>
            <a:pPr lvl="6">
              <a:buSzPct val="45000"/>
              <a:buFont typeface="StarSymbol"/>
              <a:buChar char=""/>
            </a:pPr>
            <a:r>
              <a:rPr lang="en-US"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hyperlink" Target="https://mobile-security.gitbook.io/masvs/"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mobile-security.gitbook.io/mobile-security-testing-gu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CustomShape 1"/>
          <p:cNvSpPr/>
          <p:nvPr/>
        </p:nvSpPr>
        <p:spPr>
          <a:xfrm>
            <a:off x="2023200" y="2986200"/>
            <a:ext cx="7856280" cy="161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endParaRPr/>
          </a:p>
          <a:p>
            <a:pPr algn="ctr">
              <a:lnSpc>
                <a:spcPct val="100000"/>
              </a:lnSpc>
            </a:pPr>
            <a:endParaRPr/>
          </a:p>
        </p:txBody>
      </p:sp>
      <p:sp>
        <p:nvSpPr>
          <p:cNvPr id="89" name="CustomShape 2"/>
          <p:cNvSpPr/>
          <p:nvPr/>
        </p:nvSpPr>
        <p:spPr>
          <a:xfrm>
            <a:off x="1864440" y="1794960"/>
            <a:ext cx="9684000" cy="1005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b="1" strike="noStrike" dirty="0">
                <a:solidFill>
                  <a:srgbClr val="FFFFFF"/>
                </a:solidFill>
                <a:latin typeface="Tahoma"/>
                <a:ea typeface="DejaVu Sans"/>
              </a:rPr>
              <a:t>Subject	: Mobile Penetration Testing</a:t>
            </a:r>
          </a:p>
          <a:p>
            <a:pPr>
              <a:lnSpc>
                <a:spcPct val="100000"/>
              </a:lnSpc>
            </a:pPr>
            <a:r>
              <a:rPr lang="en-US" sz="2400" b="1" strike="noStrike" dirty="0">
                <a:solidFill>
                  <a:srgbClr val="FFFFFF"/>
                </a:solidFill>
                <a:latin typeface="Tahoma"/>
                <a:ea typeface="DejaVu Sans"/>
              </a:rPr>
              <a:t>Year		: 2022</a:t>
            </a:r>
            <a:endParaRPr dirty="0"/>
          </a:p>
        </p:txBody>
      </p:sp>
      <p:sp>
        <p:nvSpPr>
          <p:cNvPr id="90" name="CustomShape 3"/>
          <p:cNvSpPr/>
          <p:nvPr/>
        </p:nvSpPr>
        <p:spPr>
          <a:xfrm>
            <a:off x="2011680" y="4023360"/>
            <a:ext cx="7953480" cy="1895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3200" b="1" strike="noStrike" dirty="0">
                <a:solidFill>
                  <a:srgbClr val="FFFFFF"/>
                </a:solidFill>
                <a:latin typeface="Open Sans"/>
                <a:ea typeface="DejaVu Sans"/>
              </a:rPr>
              <a:t>Mobile Penetration Testing Standards</a:t>
            </a:r>
            <a:endParaRPr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1"/>
          <p:cNvSpPr/>
          <p:nvPr/>
        </p:nvSpPr>
        <p:spPr>
          <a:xfrm>
            <a:off x="1931760" y="1512000"/>
            <a:ext cx="7534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strike="noStrike">
                <a:solidFill>
                  <a:srgbClr val="0079B8"/>
                </a:solidFill>
                <a:latin typeface="Tahoma"/>
                <a:ea typeface="DejaVu Sans"/>
              </a:rPr>
              <a:t>Learning Outcomes</a:t>
            </a:r>
            <a:endParaRPr/>
          </a:p>
        </p:txBody>
      </p:sp>
      <p:sp>
        <p:nvSpPr>
          <p:cNvPr id="92" name="CustomShape 2"/>
          <p:cNvSpPr/>
          <p:nvPr/>
        </p:nvSpPr>
        <p:spPr>
          <a:xfrm>
            <a:off x="3443760" y="7113600"/>
            <a:ext cx="3189600" cy="400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1200" strike="noStrike">
                <a:solidFill>
                  <a:srgbClr val="8B8B8B"/>
                </a:solidFill>
                <a:latin typeface="Calibri"/>
                <a:ea typeface="DejaVu Sans"/>
              </a:rPr>
              <a:t>COMP6047 - Algorithm and Programming</a:t>
            </a:r>
            <a:endParaRPr/>
          </a:p>
        </p:txBody>
      </p:sp>
      <p:sp>
        <p:nvSpPr>
          <p:cNvPr id="93" name="CustomShape 3"/>
          <p:cNvSpPr/>
          <p:nvPr/>
        </p:nvSpPr>
        <p:spPr>
          <a:xfrm>
            <a:off x="7223760" y="7113600"/>
            <a:ext cx="2350080" cy="400320"/>
          </a:xfrm>
          <a:prstGeom prst="rect">
            <a:avLst/>
          </a:prstGeom>
          <a:noFill/>
          <a:ln>
            <a:noFill/>
          </a:ln>
        </p:spPr>
        <p:style>
          <a:lnRef idx="0">
            <a:scrgbClr r="0" g="0" b="0"/>
          </a:lnRef>
          <a:fillRef idx="0">
            <a:scrgbClr r="0" g="0" b="0"/>
          </a:fillRef>
          <a:effectRef idx="0">
            <a:scrgbClr r="0" g="0" b="0"/>
          </a:effectRef>
          <a:fontRef idx="minor"/>
        </p:style>
      </p:sp>
      <p:sp>
        <p:nvSpPr>
          <p:cNvPr id="94" name="CustomShape 4"/>
          <p:cNvSpPr/>
          <p:nvPr/>
        </p:nvSpPr>
        <p:spPr>
          <a:xfrm>
            <a:off x="1008000" y="2520000"/>
            <a:ext cx="8650080" cy="410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strike="noStrike" dirty="0">
                <a:solidFill>
                  <a:srgbClr val="000000"/>
                </a:solidFill>
                <a:latin typeface="Calibri" panose="020F0502020204030204" pitchFamily="34" charset="0"/>
                <a:ea typeface="DejaVu Sans"/>
                <a:cs typeface="Calibri" panose="020F0502020204030204" pitchFamily="34" charset="0"/>
              </a:rPr>
              <a:t>At the end of this session, student will be able to:</a:t>
            </a:r>
            <a:endParaRPr sz="2000" dirty="0">
              <a:latin typeface="Calibri" panose="020F0502020204030204" pitchFamily="34" charset="0"/>
              <a:cs typeface="Calibri" panose="020F0502020204030204" pitchFamily="34" charset="0"/>
            </a:endParaRPr>
          </a:p>
          <a:p>
            <a:pPr>
              <a:lnSpc>
                <a:spcPct val="100000"/>
              </a:lnSpc>
              <a:buFont typeface="Arial"/>
              <a:buChar char="•"/>
            </a:pPr>
            <a:r>
              <a:rPr lang="en-US" sz="2400" strike="noStrike" dirty="0">
                <a:solidFill>
                  <a:srgbClr val="000000"/>
                </a:solidFill>
                <a:latin typeface="Calibri" panose="020F0502020204030204" pitchFamily="34" charset="0"/>
                <a:ea typeface="DejaVu Sans"/>
                <a:cs typeface="Calibri" panose="020F0502020204030204" pitchFamily="34" charset="0"/>
              </a:rPr>
              <a:t>) </a:t>
            </a:r>
            <a:r>
              <a:rPr lang="en-US" sz="2400" dirty="0">
                <a:solidFill>
                  <a:srgbClr val="000000"/>
                </a:solidFill>
                <a:latin typeface="Calibri" panose="020F0502020204030204" pitchFamily="34" charset="0"/>
                <a:cs typeface="Calibri" panose="020F0502020204030204" pitchFamily="34" charset="0"/>
              </a:rPr>
              <a:t>Perform Static Analysis and Dynamic Analysis of Android Application</a:t>
            </a:r>
          </a:p>
          <a:p>
            <a:pPr>
              <a:lnSpc>
                <a:spcPct val="100000"/>
              </a:lnSpc>
              <a:buFont typeface="Arial"/>
              <a:buChar char="•"/>
            </a:pPr>
            <a:r>
              <a:rPr lang="en-US" sz="2400">
                <a:solidFill>
                  <a:srgbClr val="000000"/>
                </a:solidFill>
                <a:latin typeface="Calibri" panose="020F0502020204030204" pitchFamily="34" charset="0"/>
                <a:cs typeface="Calibri" panose="020F0502020204030204" pitchFamily="34" charset="0"/>
              </a:rPr>
              <a:t>) Identify API and Android Application Vulnerabilities</a:t>
            </a:r>
          </a:p>
          <a:p>
            <a:pPr>
              <a:lnSpc>
                <a:spcPct val="90000"/>
              </a:lnSpc>
            </a:pPr>
            <a:endParaRPr sz="20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strike="noStrike" dirty="0">
                <a:solidFill>
                  <a:srgbClr val="0079B8"/>
                </a:solidFill>
                <a:latin typeface="Tahoma"/>
                <a:ea typeface="DejaVu Sans"/>
              </a:rPr>
              <a:t>Sub Topics</a:t>
            </a:r>
            <a:endParaRPr dirty="0"/>
          </a:p>
        </p:txBody>
      </p:sp>
      <p:sp>
        <p:nvSpPr>
          <p:cNvPr id="96" name="CustomShape 2"/>
          <p:cNvSpPr/>
          <p:nvPr/>
        </p:nvSpPr>
        <p:spPr>
          <a:xfrm>
            <a:off x="7223760" y="7113600"/>
            <a:ext cx="2350080" cy="400320"/>
          </a:xfrm>
          <a:prstGeom prst="rect">
            <a:avLst/>
          </a:prstGeom>
          <a:noFill/>
          <a:ln>
            <a:noFill/>
          </a:ln>
        </p:spPr>
        <p:style>
          <a:lnRef idx="0">
            <a:scrgbClr r="0" g="0" b="0"/>
          </a:lnRef>
          <a:fillRef idx="0">
            <a:scrgbClr r="0" g="0" b="0"/>
          </a:fillRef>
          <a:effectRef idx="0">
            <a:scrgbClr r="0" g="0" b="0"/>
          </a:effectRef>
          <a:fontRef idx="minor"/>
        </p:style>
      </p:sp>
      <p:sp>
        <p:nvSpPr>
          <p:cNvPr id="98" name="CustomShape 4"/>
          <p:cNvSpPr/>
          <p:nvPr/>
        </p:nvSpPr>
        <p:spPr>
          <a:xfrm>
            <a:off x="3443760" y="7113600"/>
            <a:ext cx="3189600" cy="400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1200" strike="noStrike">
                <a:solidFill>
                  <a:srgbClr val="8B8B8B"/>
                </a:solidFill>
                <a:latin typeface="Calibri"/>
                <a:ea typeface="DejaVu Sans"/>
              </a:rPr>
              <a:t>COMP6047 - Algorithm and Programming</a:t>
            </a:r>
            <a:endParaRPr/>
          </a:p>
        </p:txBody>
      </p:sp>
      <p:sp>
        <p:nvSpPr>
          <p:cNvPr id="5" name="CustomShape 4"/>
          <p:cNvSpPr/>
          <p:nvPr/>
        </p:nvSpPr>
        <p:spPr>
          <a:xfrm>
            <a:off x="1008000" y="2520000"/>
            <a:ext cx="8650080" cy="410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ID" dirty="0"/>
              <a:t>- Mobile Security Testing Guide (MSTG)</a:t>
            </a:r>
          </a:p>
          <a:p>
            <a:r>
              <a:rPr lang="en-ID" dirty="0"/>
              <a:t>- Using MSTG Checklist</a:t>
            </a:r>
          </a:p>
          <a:p>
            <a:r>
              <a:rPr lang="en-ID" dirty="0"/>
              <a:t>- Mobile Application Security Verification Standard (MASVS)</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Mobile Application Security Verification Standard </a:t>
            </a:r>
          </a:p>
          <a:p>
            <a:pPr algn="ctr">
              <a:lnSpc>
                <a:spcPct val="100000"/>
              </a:lnSpc>
            </a:pPr>
            <a:r>
              <a:rPr lang="en-US" sz="3000" b="1" dirty="0">
                <a:solidFill>
                  <a:srgbClr val="0079B8"/>
                </a:solidFill>
                <a:latin typeface="Tahoma"/>
              </a:rPr>
              <a:t>(MASVS)</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2103437"/>
            <a:ext cx="8915400" cy="45720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 is a framework created by OWASP to establish baseline security requirements for mobile apps that are useful in many scenarios.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 is used:</a:t>
            </a:r>
          </a:p>
          <a:p>
            <a:pPr marL="936625"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As a metric - To provide a security standard against which existing mobile apps can be compared by developers and application owners.</a:t>
            </a:r>
          </a:p>
          <a:p>
            <a:pPr marL="936625"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As guidance - To provide guidance during all phases of mobile app development and testing.</a:t>
            </a:r>
          </a:p>
          <a:p>
            <a:pPr marL="936625"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During procurement - To provide a baseline for mobile app security verification.</a:t>
            </a:r>
          </a:p>
          <a:p>
            <a:pPr marL="317500" indent="-3175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7571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MASVS Mobile AppSec Model</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230312" y="2103437"/>
            <a:ext cx="8229600" cy="45720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 Mobile Application Security Verification Standard (MASVS) defines two security verification levels: </a:t>
            </a:r>
            <a:r>
              <a:rPr lang="en-US" sz="2200" b="1" dirty="0">
                <a:latin typeface="Calibri" panose="020F0502020204030204" pitchFamily="34" charset="0"/>
                <a:cs typeface="Calibri" panose="020F0502020204030204" pitchFamily="34" charset="0"/>
              </a:rPr>
              <a:t>MASVS-L1 and MASVS-L2</a:t>
            </a:r>
          </a:p>
          <a:p>
            <a:pPr marL="342900" indent="-342900" algn="l">
              <a:buFont typeface="Arial" panose="020B0604020202020204" pitchFamily="34" charset="0"/>
              <a:buChar char="•"/>
            </a:pPr>
            <a:r>
              <a:rPr lang="en-US" sz="2200" dirty="0">
                <a:latin typeface="Calibri" panose="020F0502020204030204" pitchFamily="34" charset="0"/>
                <a:cs typeface="Calibri" panose="020F0502020204030204" pitchFamily="34" charset="0"/>
              </a:rPr>
              <a:t>It also contains a set of reverse engineering resiliency requirements named </a:t>
            </a:r>
            <a:r>
              <a:rPr lang="en-US" sz="2200" b="1" dirty="0">
                <a:latin typeface="Calibri" panose="020F0502020204030204" pitchFamily="34" charset="0"/>
                <a:cs typeface="Calibri" panose="020F0502020204030204" pitchFamily="34" charset="0"/>
              </a:rPr>
              <a:t>MASVS-R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MASVS-L1 contains generic security requirements that are recommended for all mobile apps</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MASVS-L2 should be applied to apps handling highly sensitive data.</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MASVS-R covers additional protective controls that can be applied if preventing client-side threats is a design goal.</a:t>
            </a:r>
          </a:p>
        </p:txBody>
      </p:sp>
    </p:spTree>
    <p:extLst>
      <p:ext uri="{BB962C8B-B14F-4D97-AF65-F5344CB8AC3E}">
        <p14:creationId xmlns:p14="http://schemas.microsoft.com/office/powerpoint/2010/main" val="2680693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Fulfilling MASVS Requirement</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2103437"/>
            <a:ext cx="8915400" cy="4572000"/>
          </a:xfrm>
        </p:spPr>
        <p:txBody>
          <a:bodyPr anchor="t"/>
          <a:lstStyle/>
          <a:p>
            <a:r>
              <a:rPr lang="en-US" sz="2200" b="1" dirty="0">
                <a:latin typeface="Calibri" panose="020F0502020204030204" pitchFamily="34" charset="0"/>
                <a:cs typeface="Calibri" panose="020F0502020204030204" pitchFamily="34" charset="0"/>
              </a:rPr>
              <a:t>MASVS-L1</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Fulfilling the requirements of MASVS-L1 results in a secure app that follows security best practices and doesn't suffer from common vulnerabilities.</a:t>
            </a:r>
          </a:p>
          <a:p>
            <a:r>
              <a:rPr lang="en-US" sz="2200" b="1" dirty="0">
                <a:latin typeface="Calibri" panose="020F0502020204030204" pitchFamily="34" charset="0"/>
                <a:cs typeface="Calibri" panose="020F0502020204030204" pitchFamily="34" charset="0"/>
              </a:rPr>
              <a:t>MASVS-L2</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Fulfilling MASVS-L2 adds additional defense-in-depth controls for the application to be resilient against more sophisticated attacks</a:t>
            </a:r>
          </a:p>
          <a:p>
            <a:r>
              <a:rPr lang="en-US" sz="2200" b="1" dirty="0">
                <a:latin typeface="Calibri" panose="020F0502020204030204" pitchFamily="34" charset="0"/>
                <a:cs typeface="Calibri" panose="020F0502020204030204" pitchFamily="34" charset="0"/>
              </a:rPr>
              <a:t>MASVS-R</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Fulfilling all, or subsets of the MASVS-R helps impede specific client-side threats where the end user is malicious and/or the mobile OS is compromised.</a:t>
            </a:r>
          </a:p>
        </p:txBody>
      </p:sp>
    </p:spTree>
    <p:extLst>
      <p:ext uri="{BB962C8B-B14F-4D97-AF65-F5344CB8AC3E}">
        <p14:creationId xmlns:p14="http://schemas.microsoft.com/office/powerpoint/2010/main" val="589164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Which MASVS Should Be Used?</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2103437"/>
            <a:ext cx="8915400" cy="4572000"/>
          </a:xfrm>
        </p:spPr>
        <p:txBody>
          <a:bodyPr anchor="t"/>
          <a:lstStyle/>
          <a:p>
            <a:r>
              <a:rPr lang="en-US" sz="2200" b="1" dirty="0">
                <a:latin typeface="Calibri" panose="020F0502020204030204" pitchFamily="34" charset="0"/>
                <a:cs typeface="Calibri" panose="020F0502020204030204" pitchFamily="34" charset="0"/>
              </a:rPr>
              <a:t>MASVS L1</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Practically all mobile apps.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MASVS-L1 lists security best practices that can be followed with a reasonable impact on development cost and user experience.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Apply the requirements in MASVS-L1 for any app that don't qualify for one of the higher levels.</a:t>
            </a:r>
          </a:p>
          <a:p>
            <a:r>
              <a:rPr lang="en-US" sz="2200" b="1" dirty="0">
                <a:latin typeface="Calibri" panose="020F0502020204030204" pitchFamily="34" charset="0"/>
                <a:cs typeface="Calibri" panose="020F0502020204030204" pitchFamily="34" charset="0"/>
              </a:rPr>
              <a:t>MASVS L2</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Health-Care Industry: Mobile apps that store personally identifiable information that can be used for identity theft, fraudulent payments, or a variety of fraud schemes.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Financial Industry: Apps that enable access to highly sensitive information like credit card numbers, personal information, or allow the user to move funds. These apps warrant additional security controls to prevent fraud. </a:t>
            </a:r>
          </a:p>
        </p:txBody>
      </p:sp>
    </p:spTree>
    <p:extLst>
      <p:ext uri="{BB962C8B-B14F-4D97-AF65-F5344CB8AC3E}">
        <p14:creationId xmlns:p14="http://schemas.microsoft.com/office/powerpoint/2010/main" val="97473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Which MASVS Should Be Used?</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2103437"/>
            <a:ext cx="8915400" cy="4572000"/>
          </a:xfrm>
        </p:spPr>
        <p:txBody>
          <a:bodyPr anchor="t"/>
          <a:lstStyle/>
          <a:p>
            <a:r>
              <a:rPr lang="en-US" sz="2200" b="1" dirty="0">
                <a:latin typeface="Calibri" panose="020F0502020204030204" pitchFamily="34" charset="0"/>
                <a:cs typeface="Calibri" panose="020F0502020204030204" pitchFamily="34" charset="0"/>
              </a:rPr>
              <a:t>MASVS L1+R</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Mobile apps where Intellectual Property (IP) protection is a business goal.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Gaming Industry: Games with an essential need to prevent </a:t>
            </a:r>
            <a:r>
              <a:rPr lang="en-US" sz="2200" dirty="0" err="1">
                <a:latin typeface="Calibri" panose="020F0502020204030204" pitchFamily="34" charset="0"/>
                <a:cs typeface="Calibri" panose="020F0502020204030204" pitchFamily="34" charset="0"/>
              </a:rPr>
              <a:t>modding</a:t>
            </a:r>
            <a:r>
              <a:rPr lang="en-US" sz="2200" dirty="0">
                <a:latin typeface="Calibri" panose="020F0502020204030204" pitchFamily="34" charset="0"/>
                <a:cs typeface="Calibri" panose="020F0502020204030204" pitchFamily="34" charset="0"/>
              </a:rPr>
              <a:t> and cheating, such as competitive online games. MASVS-R provides basic anti-tampering controls to help increase the effort for cheaters.</a:t>
            </a:r>
          </a:p>
          <a:p>
            <a:r>
              <a:rPr lang="en-US" sz="2200" b="1" dirty="0">
                <a:latin typeface="Calibri" panose="020F0502020204030204" pitchFamily="34" charset="0"/>
                <a:cs typeface="Calibri" panose="020F0502020204030204" pitchFamily="34" charset="0"/>
              </a:rPr>
              <a:t>MASVS L2+R</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Financial Industry: Online banking apps that allow the user to move funds, where techniques such as code injection and instrumentation on compromised devices pose a risk.</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All mobile apps that, by design, need to store sensitive data on the mobile device, and at the same time must support a wide range of devices and operating system versions.</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Apps with in-app purchases should ideally use server-side and MASVS-L2 controls to protect paid content</a:t>
            </a:r>
          </a:p>
        </p:txBody>
      </p:sp>
    </p:spTree>
    <p:extLst>
      <p:ext uri="{BB962C8B-B14F-4D97-AF65-F5344CB8AC3E}">
        <p14:creationId xmlns:p14="http://schemas.microsoft.com/office/powerpoint/2010/main" val="2964914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MASVS Example</a:t>
            </a:r>
            <a:endParaRPr dirty="0"/>
          </a:p>
        </p:txBody>
      </p:sp>
      <p:pic>
        <p:nvPicPr>
          <p:cNvPr id="3074" name="Picture 2" descr="MASVS-STORAGE Refactoring (till 15.03.22) · Discussion #627 · OWASP/owasp- masvs · GitHub">
            <a:extLst>
              <a:ext uri="{FF2B5EF4-FFF2-40B4-BE49-F238E27FC236}">
                <a16:creationId xmlns:a16="http://schemas.microsoft.com/office/drawing/2014/main" id="{1B65A012-356D-3CCF-E74A-B3DE0B0E9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712" y="1798637"/>
            <a:ext cx="8316912" cy="4674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230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MASVS Example</a:t>
            </a:r>
            <a:endParaRPr dirty="0"/>
          </a:p>
        </p:txBody>
      </p:sp>
      <p:pic>
        <p:nvPicPr>
          <p:cNvPr id="4098" name="Picture 2" descr="MASVS-CRYPTO Refactoring (till 31.01.22) · Discussion #612 · OWASP/owasp- masvs · GitHub">
            <a:extLst>
              <a:ext uri="{FF2B5EF4-FFF2-40B4-BE49-F238E27FC236}">
                <a16:creationId xmlns:a16="http://schemas.microsoft.com/office/drawing/2014/main" id="{A07DAD06-06CA-D74C-A37F-D634EA4A3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512" y="1951037"/>
            <a:ext cx="8393112" cy="4721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042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448818"/>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MASVS Verification Layers</a:t>
            </a:r>
            <a:endParaRPr dirty="0"/>
          </a:p>
        </p:txBody>
      </p:sp>
      <p:pic>
        <p:nvPicPr>
          <p:cNvPr id="1026" name="Picture 2">
            <a:extLst>
              <a:ext uri="{FF2B5EF4-FFF2-40B4-BE49-F238E27FC236}">
                <a16:creationId xmlns:a16="http://schemas.microsoft.com/office/drawing/2014/main" id="{D2B0B10C-281F-F4F7-D0FF-C7A53893EB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201" y="2332037"/>
            <a:ext cx="8621712" cy="3599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9713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Mobile Security Testing Guide (MSTG)</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 MSTG is a comprehensive manual for mobile app security testing and reverse engineering from OWASP.</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MSTG describes technical processes for verifying the controls listed in the OWASP Mobile Application Verification Standard (MASVS).</a:t>
            </a:r>
          </a:p>
          <a:p>
            <a:pPr marL="342900" indent="-3429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p:txBody>
      </p:sp>
      <p:pic>
        <p:nvPicPr>
          <p:cNvPr id="2050" name="Picture 2" descr="OWASP Mobile Security Testing Guide | OWASP Foundation">
            <a:extLst>
              <a:ext uri="{FF2B5EF4-FFF2-40B4-BE49-F238E27FC236}">
                <a16:creationId xmlns:a16="http://schemas.microsoft.com/office/drawing/2014/main" id="{776A7B4C-2553-BA62-E606-5FA67857C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9053" y="3238450"/>
            <a:ext cx="6342517" cy="4107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92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MSTG: Key Areas in Mobile Security</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Almost every mobile app talks to a backend service, and those services are prone to the same types of attacks we are familiar with in web apps on desktop machines.</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MSTG breakdown 6 key areas in mobile app security:</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Local Data Storage</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Communication with Trusted Endpoints</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Authentication and Authorization</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Interaction with Mobile Platform</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Code Quality and Exploit Mitigation</a:t>
            </a:r>
          </a:p>
          <a:p>
            <a:pPr marL="8937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Anti-Tampering and Anti-Reversing</a:t>
            </a:r>
          </a:p>
        </p:txBody>
      </p:sp>
    </p:spTree>
    <p:extLst>
      <p:ext uri="{BB962C8B-B14F-4D97-AF65-F5344CB8AC3E}">
        <p14:creationId xmlns:p14="http://schemas.microsoft.com/office/powerpoint/2010/main" val="3536900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Local Data Storage</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 protection of sensitive data, such as user credentials and private information, is crucial to mobile security.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If an app uses operating system APIs such as local storage or inter-process communication (IPC) improperly, the app might expose sensitive data to other apps running on the same device.</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Henceforth, when developing mobile apps, we must take extra care when storing user data.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For example, we can use appropriate key storage APIs and take advantage of hardware-backed security features when available.</a:t>
            </a:r>
          </a:p>
        </p:txBody>
      </p:sp>
    </p:spTree>
    <p:extLst>
      <p:ext uri="{BB962C8B-B14F-4D97-AF65-F5344CB8AC3E}">
        <p14:creationId xmlns:p14="http://schemas.microsoft.com/office/powerpoint/2010/main" val="3430826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Local Data Storage on Android</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Android provides a number of methods for data storage depending on the needs of the user, developer, and application, such as:</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Shared Preferences</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SQLite Databases</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Firebase Databases</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Realm Databases</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Internal Storage</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External Storage</a:t>
            </a:r>
          </a:p>
          <a:p>
            <a:pPr marL="677863"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Keystore</a:t>
            </a:r>
          </a:p>
          <a:p>
            <a:pPr marL="317500"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It is important to understand each relevant data storage function in order to correctly perform the appropriate test cases. </a:t>
            </a:r>
          </a:p>
          <a:p>
            <a:pPr marL="342900" indent="-3429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94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Communication with Trusted Endpoints</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Mobile devices regularly connect to a variety of networks, including public Wi-Fi networks shared with other (potentially malicious) clients.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This creates opportunities for a wide variety of network-based attacks ranging from simple to complicated and old to new.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It's crucial to maintain the confidentiality and integrity of information exchanged between the mobile app and remote service endpoints.</a:t>
            </a:r>
          </a:p>
          <a:p>
            <a:pPr marL="342900" indent="-342900">
              <a:buFont typeface="Arial" panose="020B0604020202020204" pitchFamily="34" charset="0"/>
              <a:buChar char="•"/>
            </a:pPr>
            <a:r>
              <a:rPr lang="en-US" sz="2200" b="1" dirty="0">
                <a:latin typeface="Calibri" panose="020F0502020204030204" pitchFamily="34" charset="0"/>
                <a:cs typeface="Calibri" panose="020F0502020204030204" pitchFamily="34" charset="0"/>
              </a:rPr>
              <a:t>As a basic requirement, mobile apps must set up a secure, encrypted channel for network communication using the TLS protocol with appropriate settings.</a:t>
            </a:r>
          </a:p>
        </p:txBody>
      </p:sp>
    </p:spTree>
    <p:extLst>
      <p:ext uri="{BB962C8B-B14F-4D97-AF65-F5344CB8AC3E}">
        <p14:creationId xmlns:p14="http://schemas.microsoft.com/office/powerpoint/2010/main" val="678224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Communication with Trusted Endpoints</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algn="ctr"/>
            <a:r>
              <a:rPr lang="en-US" sz="2200" b="1" dirty="0">
                <a:latin typeface="Calibri" panose="020F0502020204030204" pitchFamily="34" charset="0"/>
                <a:cs typeface="Calibri" panose="020F0502020204030204" pitchFamily="34" charset="0"/>
              </a:rPr>
              <a:t>Testing Endpoint Identify Verification with Static Analysis</a:t>
            </a:r>
          </a:p>
          <a:p>
            <a:pPr algn="ctr"/>
            <a:endParaRPr lang="en-US" sz="2200" b="1" dirty="0">
              <a:latin typeface="Calibri" panose="020F0502020204030204" pitchFamily="34" charset="0"/>
              <a:cs typeface="Calibri" panose="020F0502020204030204" pitchFamily="34" charset="0"/>
            </a:endParaRPr>
          </a:p>
          <a:p>
            <a:pPr marL="342900" indent="-342900">
              <a:buFont typeface="Wingdings" pitchFamily="2" charset="2"/>
              <a:buChar char="§"/>
            </a:pPr>
            <a:r>
              <a:rPr lang="en-US" sz="2200" b="1" dirty="0">
                <a:latin typeface="Calibri" panose="020F0502020204030204" pitchFamily="34" charset="0"/>
                <a:cs typeface="Calibri" panose="020F0502020204030204" pitchFamily="34" charset="0"/>
              </a:rPr>
              <a:t>Verifying the Server Certificate</a:t>
            </a:r>
          </a:p>
          <a:p>
            <a:pPr marL="763588" indent="-317500">
              <a:buFont typeface="Arial" panose="020B0604020202020204" pitchFamily="34" charset="0"/>
              <a:buChar char="•"/>
            </a:pPr>
            <a:r>
              <a:rPr lang="en-US" sz="2200" dirty="0" err="1">
                <a:latin typeface="Calibri" panose="020F0502020204030204" pitchFamily="34" charset="0"/>
                <a:cs typeface="Calibri" panose="020F0502020204030204" pitchFamily="34" charset="0"/>
              </a:rPr>
              <a:t>TrustManager</a:t>
            </a:r>
            <a:r>
              <a:rPr lang="en-US" sz="2200" dirty="0">
                <a:latin typeface="Calibri" panose="020F0502020204030204" pitchFamily="34" charset="0"/>
                <a:cs typeface="Calibri" panose="020F0502020204030204" pitchFamily="34" charset="0"/>
              </a:rPr>
              <a:t> is a means of verifying conditions necessary for establishing a trusted connection in Android. </a:t>
            </a:r>
          </a:p>
          <a:p>
            <a:pPr marL="763588"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The following conditions should be checked at this point:</a:t>
            </a:r>
          </a:p>
          <a:p>
            <a:r>
              <a:rPr lang="en-US" sz="2200" dirty="0">
                <a:latin typeface="Calibri" panose="020F0502020204030204" pitchFamily="34" charset="0"/>
                <a:cs typeface="Calibri" panose="020F0502020204030204" pitchFamily="34" charset="0"/>
              </a:rPr>
              <a:t>		Has the certificate been signed by a trusted CA?</a:t>
            </a:r>
          </a:p>
          <a:p>
            <a:r>
              <a:rPr lang="en-US" sz="2200" dirty="0">
                <a:latin typeface="Calibri" panose="020F0502020204030204" pitchFamily="34" charset="0"/>
                <a:cs typeface="Calibri" panose="020F0502020204030204" pitchFamily="34" charset="0"/>
              </a:rPr>
              <a:t>		Has the certificate expired?</a:t>
            </a:r>
          </a:p>
          <a:p>
            <a:r>
              <a:rPr lang="en-US" sz="2200" dirty="0">
                <a:latin typeface="Calibri" panose="020F0502020204030204" pitchFamily="34" charset="0"/>
                <a:cs typeface="Calibri" panose="020F0502020204030204" pitchFamily="34" charset="0"/>
              </a:rPr>
              <a:t>		Is the certificate self-signed?</a:t>
            </a:r>
          </a:p>
          <a:p>
            <a:pPr marL="342900" indent="-342900">
              <a:buFont typeface="Wingdings" pitchFamily="2" charset="2"/>
              <a:buChar char="§"/>
            </a:pPr>
            <a:r>
              <a:rPr lang="en-ID" sz="2200" b="1" dirty="0">
                <a:effectLst/>
                <a:latin typeface="Calibri" panose="020F0502020204030204" pitchFamily="34" charset="0"/>
                <a:cs typeface="Calibri" panose="020F0502020204030204" pitchFamily="34" charset="0"/>
              </a:rPr>
              <a:t>WebView Server Certificate Verification</a:t>
            </a:r>
          </a:p>
          <a:p>
            <a:pPr marL="720725" indent="-317500">
              <a:buFont typeface="Arial" panose="020B0604020202020204" pitchFamily="34" charset="0"/>
              <a:buChar char="•"/>
            </a:pPr>
            <a:r>
              <a:rPr lang="en-ID" sz="2200" dirty="0">
                <a:effectLst/>
                <a:latin typeface="Calibri" panose="020F0502020204030204" pitchFamily="34" charset="0"/>
                <a:cs typeface="Calibri" panose="020F0502020204030204" pitchFamily="34" charset="0"/>
              </a:rPr>
              <a:t>Sometimes applications use a WebView to render the website associated with the application. </a:t>
            </a:r>
          </a:p>
          <a:p>
            <a:pPr marL="720725" indent="-317500">
              <a:buFont typeface="Arial" panose="020B0604020202020204" pitchFamily="34" charset="0"/>
              <a:buChar char="•"/>
            </a:pPr>
            <a:r>
              <a:rPr lang="en-ID" sz="2200" dirty="0">
                <a:effectLst/>
                <a:latin typeface="Calibri" panose="020F0502020204030204" pitchFamily="34" charset="0"/>
                <a:cs typeface="Calibri" panose="020F0502020204030204" pitchFamily="34" charset="0"/>
              </a:rPr>
              <a:t>When a WebView is used, the mobile browser performs the server certificate validation. Ignoring any TLS error that occurs when the WebView tries to connect to the remote website is a bad practice.</a:t>
            </a:r>
            <a:endParaRPr lang="en-ID" sz="2200" b="1" dirty="0">
              <a:effectLst/>
              <a:latin typeface="Calibri" panose="020F0502020204030204" pitchFamily="34" charset="0"/>
              <a:cs typeface="Calibri" panose="020F0502020204030204" pitchFamily="34" charset="0"/>
            </a:endParaRPr>
          </a:p>
          <a:p>
            <a:pPr marL="342900" indent="-342900">
              <a:buFont typeface="Wingdings" pitchFamily="2" charset="2"/>
              <a:buChar char="§"/>
            </a:pPr>
            <a:endParaRPr lang="en-ID" sz="2200" b="1" dirty="0">
              <a:effectLst/>
              <a:latin typeface="Calibri" panose="020F0502020204030204" pitchFamily="34" charset="0"/>
              <a:cs typeface="Calibri" panose="020F0502020204030204" pitchFamily="34" charset="0"/>
            </a:endParaRPr>
          </a:p>
          <a:p>
            <a:endParaRPr lang="en-US" sz="2200" b="1" dirty="0">
              <a:latin typeface="Calibri" panose="020F0502020204030204" pitchFamily="34" charset="0"/>
              <a:cs typeface="Calibri" panose="020F0502020204030204" pitchFamily="34" charset="0"/>
            </a:endParaRPr>
          </a:p>
          <a:p>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397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Authentication and Authorization</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In most cases, sending users to log in to a remote service is an integral part of the overall mobile app architecture.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Even though most of the authentication and authorization logic happens at the endpoint, there are also some implementation challenges on the mobile app side.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Unlike web apps, mobile apps often store long-time session tokens that are unlocked with user-to-device authentication features such as fingerprint scanning. </a:t>
            </a:r>
          </a:p>
          <a:p>
            <a:pPr marL="342900" indent="-342900">
              <a:buFont typeface="Arial" panose="020B0604020202020204" pitchFamily="34" charset="0"/>
              <a:buChar char="•"/>
            </a:pPr>
            <a:r>
              <a:rPr lang="en-US" sz="2200" b="1" dirty="0">
                <a:solidFill>
                  <a:srgbClr val="FF0000"/>
                </a:solidFill>
                <a:latin typeface="Calibri" panose="020F0502020204030204" pitchFamily="34" charset="0"/>
                <a:cs typeface="Calibri" panose="020F0502020204030204" pitchFamily="34" charset="0"/>
              </a:rPr>
              <a:t>While this allows for a quicker login and better user experience (nobody likes to enter complex passwords), it also introduces additional complexity and room for error.</a:t>
            </a:r>
          </a:p>
        </p:txBody>
      </p:sp>
    </p:spTree>
    <p:extLst>
      <p:ext uri="{BB962C8B-B14F-4D97-AF65-F5344CB8AC3E}">
        <p14:creationId xmlns:p14="http://schemas.microsoft.com/office/powerpoint/2010/main" val="1596761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Testing Local Authentication on Android</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341437"/>
            <a:ext cx="8915400" cy="5334000"/>
          </a:xfrm>
        </p:spPr>
        <p:txBody>
          <a:bodyPr anchor="t"/>
          <a:lstStyle/>
          <a:p>
            <a:pPr algn="ctr"/>
            <a:endParaRPr lang="en-US" sz="2200" b="1" dirty="0">
              <a:latin typeface="Calibri" panose="020F0502020204030204" pitchFamily="34" charset="0"/>
              <a:cs typeface="Calibri" panose="020F0502020204030204" pitchFamily="34" charset="0"/>
            </a:endParaRPr>
          </a:p>
          <a:p>
            <a:pPr marL="342900" indent="-342900">
              <a:buFont typeface="Wingdings" pitchFamily="2" charset="2"/>
              <a:buChar char="§"/>
            </a:pPr>
            <a:r>
              <a:rPr lang="en-US" sz="2200" b="1" dirty="0">
                <a:latin typeface="Calibri" panose="020F0502020204030204" pitchFamily="34" charset="0"/>
                <a:cs typeface="Calibri" panose="020F0502020204030204" pitchFamily="34" charset="0"/>
              </a:rPr>
              <a:t>Testing Confirm Credentials</a:t>
            </a:r>
          </a:p>
          <a:p>
            <a:pPr marL="763588"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The confirm credential flow is available since Android 6.0 and is used to ensure that users do not have to enter app-specific passwords together with the lock screen protection. </a:t>
            </a:r>
          </a:p>
          <a:p>
            <a:pPr marL="763588"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Instead: if a user has logged in to the device recently, then confirm-credentials can be used to unlock cryptographic materials from the </a:t>
            </a:r>
            <a:r>
              <a:rPr lang="en-US" sz="2200" dirty="0" err="1">
                <a:latin typeface="Calibri" panose="020F0502020204030204" pitchFamily="34" charset="0"/>
                <a:cs typeface="Calibri" panose="020F0502020204030204" pitchFamily="34" charset="0"/>
              </a:rPr>
              <a:t>AndroidKeystore</a:t>
            </a:r>
            <a:r>
              <a:rPr lang="en-US" sz="2200" dirty="0">
                <a:latin typeface="Calibri" panose="020F0502020204030204" pitchFamily="34" charset="0"/>
                <a:cs typeface="Calibri" panose="020F0502020204030204" pitchFamily="34" charset="0"/>
              </a:rPr>
              <a:t>. </a:t>
            </a:r>
          </a:p>
          <a:p>
            <a:pPr marL="763588" indent="-317500">
              <a:buFont typeface="Arial" panose="020B0604020202020204" pitchFamily="34" charset="0"/>
              <a:buChar char="•"/>
            </a:pPr>
            <a:r>
              <a:rPr lang="en-US" sz="2200" dirty="0">
                <a:latin typeface="Calibri" panose="020F0502020204030204" pitchFamily="34" charset="0"/>
                <a:cs typeface="Calibri" panose="020F0502020204030204" pitchFamily="34" charset="0"/>
              </a:rPr>
              <a:t>That is, if the user unlocked the device within the set time limits (</a:t>
            </a:r>
            <a:r>
              <a:rPr lang="en-US" sz="2200" dirty="0" err="1">
                <a:latin typeface="Calibri" panose="020F0502020204030204" pitchFamily="34" charset="0"/>
                <a:cs typeface="Calibri" panose="020F0502020204030204" pitchFamily="34" charset="0"/>
              </a:rPr>
              <a:t>setUserAuthenticationValidityDurationSeconds</a:t>
            </a:r>
            <a:r>
              <a:rPr lang="en-US" sz="2200" dirty="0">
                <a:latin typeface="Calibri" panose="020F0502020204030204" pitchFamily="34" charset="0"/>
                <a:cs typeface="Calibri" panose="020F0502020204030204" pitchFamily="34" charset="0"/>
              </a:rPr>
              <a:t>), otherwise the device needs to be unlocked again.</a:t>
            </a:r>
          </a:p>
        </p:txBody>
      </p:sp>
      <p:pic>
        <p:nvPicPr>
          <p:cNvPr id="2" name="Picture 1">
            <a:extLst>
              <a:ext uri="{FF2B5EF4-FFF2-40B4-BE49-F238E27FC236}">
                <a16:creationId xmlns:a16="http://schemas.microsoft.com/office/drawing/2014/main" id="{8E009DAF-7F50-BAC3-9AEE-7C4B383E81FF}"/>
              </a:ext>
            </a:extLst>
          </p:cNvPr>
          <p:cNvPicPr>
            <a:picLocks noChangeAspect="1"/>
          </p:cNvPicPr>
          <p:nvPr/>
        </p:nvPicPr>
        <p:blipFill>
          <a:blip r:embed="rId2"/>
          <a:stretch>
            <a:fillRect/>
          </a:stretch>
        </p:blipFill>
        <p:spPr>
          <a:xfrm>
            <a:off x="1453355" y="5209846"/>
            <a:ext cx="8164513" cy="1471714"/>
          </a:xfrm>
          <a:prstGeom prst="rect">
            <a:avLst/>
          </a:prstGeom>
        </p:spPr>
      </p:pic>
      <p:sp>
        <p:nvSpPr>
          <p:cNvPr id="3" name="TextBox 2">
            <a:extLst>
              <a:ext uri="{FF2B5EF4-FFF2-40B4-BE49-F238E27FC236}">
                <a16:creationId xmlns:a16="http://schemas.microsoft.com/office/drawing/2014/main" id="{732BA1BA-E881-DC9D-7A2F-64212F9AAA5D}"/>
              </a:ext>
            </a:extLst>
          </p:cNvPr>
          <p:cNvSpPr txBox="1"/>
          <p:nvPr/>
        </p:nvSpPr>
        <p:spPr>
          <a:xfrm>
            <a:off x="2981065" y="6686731"/>
            <a:ext cx="5109091" cy="369332"/>
          </a:xfrm>
          <a:prstGeom prst="rect">
            <a:avLst/>
          </a:prstGeom>
          <a:noFill/>
        </p:spPr>
        <p:txBody>
          <a:bodyPr wrap="none" rtlCol="0">
            <a:spAutoFit/>
          </a:bodyPr>
          <a:lstStyle/>
          <a:p>
            <a:r>
              <a:rPr lang="en-US" dirty="0"/>
              <a:t>Snippet to confirm that lock screen has been set</a:t>
            </a:r>
          </a:p>
        </p:txBody>
      </p:sp>
    </p:spTree>
    <p:extLst>
      <p:ext uri="{BB962C8B-B14F-4D97-AF65-F5344CB8AC3E}">
        <p14:creationId xmlns:p14="http://schemas.microsoft.com/office/powerpoint/2010/main" val="335695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Interaction with Mobile Platform</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Mobile operating system architectures differ from classical desktop architectures in important ways.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For example, all mobile operating systems implement app permission systems that regulate access to specific APIs.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They also offer more (Android) or less rich (iOS) inter-process communication (IPC) facilities that enable apps to exchange signals and data.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These platform-specific features come with their own set of pitfalls.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For example, if IPC APIs are misused, sensitive data or functionality might be unintentionally exposed to other apps running on the device.</a:t>
            </a:r>
            <a:endParaRPr lang="en-US" sz="22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3096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Code Quality and Exploit Mitigation</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Traditional injection and memory management issues aren't often seen in mobile apps due to the smaller attack surface.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Mobile apps mostly interact with the trusted backend service and the UI, so even if many buffer overflow vulnerabilities exist in the app, those vulnerabilities usually don't open up any useful attack vectors.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 same applies to browser exploits such as cross-site scripting (XSS allows attackers to inject scripts into web pages) that are very prevalent in web apps.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However, there are always exceptions. XSS is theoretically possible on mobile in some cases, but it's very rare to see XSS issues that an individual can exploit. </a:t>
            </a:r>
          </a:p>
          <a:p>
            <a:endParaRPr lang="en-US" sz="22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0969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Anti-Tampering and Anti-Reversing</a:t>
            </a:r>
            <a:endParaRPr dirty="0"/>
          </a:p>
        </p:txBody>
      </p:sp>
      <p:sp>
        <p:nvSpPr>
          <p:cNvPr id="8" name="Subtitle 2">
            <a:extLst>
              <a:ext uri="{FF2B5EF4-FFF2-40B4-BE49-F238E27FC236}">
                <a16:creationId xmlns:a16="http://schemas.microsoft.com/office/drawing/2014/main" id="{6E9A0B3E-3F6F-3D37-D25F-F39EE4BCCD9B}"/>
              </a:ext>
            </a:extLst>
          </p:cNvPr>
          <p:cNvSpPr>
            <a:spLocks noGrp="1"/>
          </p:cNvSpPr>
          <p:nvPr>
            <p:ph type="subTitle" idx="4294967295"/>
          </p:nvPr>
        </p:nvSpPr>
        <p:spPr>
          <a:xfrm>
            <a:off x="1077912" y="1798637"/>
            <a:ext cx="8915400" cy="4876800"/>
          </a:xfrm>
        </p:spPr>
        <p:txBody>
          <a:bodyPr anchor="t"/>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There are three things you should never bring up in polite conversations: religion, politics, and code obfuscation.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Many security experts dismiss client-side protections outright.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However, software protection controls are widely used in the mobile app world, so security testers need ways to deal with these protections. </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We believe there's a benefit to client-side protections if they are employed with a clear purpose and realistic expectations in mind and aren't used to replace security controls.</a:t>
            </a:r>
            <a:endParaRPr lang="en-US" sz="22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4725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dirty="0">
                <a:solidFill>
                  <a:srgbClr val="0079B8"/>
                </a:solidFill>
                <a:latin typeface="Tahoma"/>
              </a:rPr>
              <a:t>MSTG Key Areas in relation to Specific Android Testing</a:t>
            </a:r>
            <a:endParaRPr dirty="0"/>
          </a:p>
        </p:txBody>
      </p:sp>
      <p:graphicFrame>
        <p:nvGraphicFramePr>
          <p:cNvPr id="2" name="Table 2">
            <a:extLst>
              <a:ext uri="{FF2B5EF4-FFF2-40B4-BE49-F238E27FC236}">
                <a16:creationId xmlns:a16="http://schemas.microsoft.com/office/drawing/2014/main" id="{3FEA06B9-65F4-4D82-B473-9EA0FC5CACD3}"/>
              </a:ext>
            </a:extLst>
          </p:cNvPr>
          <p:cNvGraphicFramePr>
            <a:graphicFrameLocks noGrp="1"/>
          </p:cNvGraphicFramePr>
          <p:nvPr>
            <p:extLst>
              <p:ext uri="{D42A27DB-BD31-4B8C-83A1-F6EECF244321}">
                <p14:modId xmlns:p14="http://schemas.microsoft.com/office/powerpoint/2010/main" val="39497210"/>
              </p:ext>
            </p:extLst>
          </p:nvPr>
        </p:nvGraphicFramePr>
        <p:xfrm>
          <a:off x="1535112" y="2103437"/>
          <a:ext cx="7924800" cy="394716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49486083"/>
                    </a:ext>
                  </a:extLst>
                </a:gridCol>
                <a:gridCol w="4038600">
                  <a:extLst>
                    <a:ext uri="{9D8B030D-6E8A-4147-A177-3AD203B41FA5}">
                      <a16:colId xmlns:a16="http://schemas.microsoft.com/office/drawing/2014/main" val="2284006393"/>
                    </a:ext>
                  </a:extLst>
                </a:gridCol>
              </a:tblGrid>
              <a:tr h="370840">
                <a:tc>
                  <a:txBody>
                    <a:bodyPr/>
                    <a:lstStyle/>
                    <a:p>
                      <a:r>
                        <a:rPr lang="en-US" dirty="0"/>
                        <a:t>Key Areas</a:t>
                      </a:r>
                    </a:p>
                  </a:txBody>
                  <a:tcPr/>
                </a:tc>
                <a:tc>
                  <a:txBody>
                    <a:bodyPr/>
                    <a:lstStyle/>
                    <a:p>
                      <a:r>
                        <a:rPr lang="en-US" dirty="0"/>
                        <a:t>Specific Android Testing</a:t>
                      </a:r>
                    </a:p>
                  </a:txBody>
                  <a:tcPr/>
                </a:tc>
                <a:extLst>
                  <a:ext uri="{0D108BD9-81ED-4DB2-BD59-A6C34878D82A}">
                    <a16:rowId xmlns:a16="http://schemas.microsoft.com/office/drawing/2014/main" val="880701079"/>
                  </a:ext>
                </a:extLst>
              </a:tr>
              <a:tr h="370840">
                <a:tc>
                  <a:txBody>
                    <a:bodyPr/>
                    <a:lstStyle/>
                    <a:p>
                      <a:r>
                        <a:rPr lang="en-US" dirty="0"/>
                        <a:t>Local Data Storage</a:t>
                      </a:r>
                    </a:p>
                  </a:txBody>
                  <a:tcPr/>
                </a:tc>
                <a:tc>
                  <a:txBody>
                    <a:bodyPr/>
                    <a:lstStyle/>
                    <a:p>
                      <a:r>
                        <a:rPr lang="en-US" dirty="0"/>
                        <a:t>Data Storage on Android </a:t>
                      </a:r>
                    </a:p>
                  </a:txBody>
                  <a:tcPr/>
                </a:tc>
                <a:extLst>
                  <a:ext uri="{0D108BD9-81ED-4DB2-BD59-A6C34878D82A}">
                    <a16:rowId xmlns:a16="http://schemas.microsoft.com/office/drawing/2014/main" val="486669779"/>
                  </a:ext>
                </a:extLst>
              </a:tr>
              <a:tr h="370840">
                <a:tc>
                  <a:txBody>
                    <a:bodyPr/>
                    <a:lstStyle/>
                    <a:p>
                      <a:r>
                        <a:rPr lang="en-US" dirty="0"/>
                        <a:t>Communication with Trusted Endpoints</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Cryptographic APIs</a:t>
                      </a:r>
                    </a:p>
                    <a:p>
                      <a:r>
                        <a:rPr lang="en-US" dirty="0"/>
                        <a:t>Android Network APIs</a:t>
                      </a:r>
                    </a:p>
                  </a:txBody>
                  <a:tcPr/>
                </a:tc>
                <a:extLst>
                  <a:ext uri="{0D108BD9-81ED-4DB2-BD59-A6C34878D82A}">
                    <a16:rowId xmlns:a16="http://schemas.microsoft.com/office/drawing/2014/main" val="454806970"/>
                  </a:ext>
                </a:extLst>
              </a:tr>
              <a:tr h="370840">
                <a:tc>
                  <a:txBody>
                    <a:bodyPr/>
                    <a:lstStyle/>
                    <a:p>
                      <a:r>
                        <a:rPr lang="en-US" dirty="0"/>
                        <a:t>Authentication and Authorization</a:t>
                      </a:r>
                    </a:p>
                  </a:txBody>
                  <a:tcPr/>
                </a:tc>
                <a:tc>
                  <a:txBody>
                    <a:bodyPr/>
                    <a:lstStyle/>
                    <a:p>
                      <a:r>
                        <a:rPr lang="en-US" dirty="0"/>
                        <a:t>Local Authentication on Android</a:t>
                      </a:r>
                    </a:p>
                    <a:p>
                      <a:r>
                        <a:rPr lang="en-US" dirty="0"/>
                        <a:t>Cryptographic APIs</a:t>
                      </a:r>
                    </a:p>
                  </a:txBody>
                  <a:tcPr/>
                </a:tc>
                <a:extLst>
                  <a:ext uri="{0D108BD9-81ED-4DB2-BD59-A6C34878D82A}">
                    <a16:rowId xmlns:a16="http://schemas.microsoft.com/office/drawing/2014/main" val="760289371"/>
                  </a:ext>
                </a:extLst>
              </a:tr>
              <a:tr h="370840">
                <a:tc>
                  <a:txBody>
                    <a:bodyPr/>
                    <a:lstStyle/>
                    <a:p>
                      <a:r>
                        <a:rPr lang="en-US" dirty="0"/>
                        <a:t>Interaction with Mobile Platform</a:t>
                      </a:r>
                    </a:p>
                  </a:txBody>
                  <a:tcPr/>
                </a:tc>
                <a:tc>
                  <a:txBody>
                    <a:bodyPr/>
                    <a:lstStyle/>
                    <a:p>
                      <a:r>
                        <a:rPr lang="en-US" dirty="0"/>
                        <a:t>Cryptographic APIs</a:t>
                      </a:r>
                    </a:p>
                  </a:txBody>
                  <a:tcPr/>
                </a:tc>
                <a:extLst>
                  <a:ext uri="{0D108BD9-81ED-4DB2-BD59-A6C34878D82A}">
                    <a16:rowId xmlns:a16="http://schemas.microsoft.com/office/drawing/2014/main" val="1514575201"/>
                  </a:ext>
                </a:extLst>
              </a:tr>
              <a:tr h="370840">
                <a:tc>
                  <a:txBody>
                    <a:bodyPr/>
                    <a:lstStyle/>
                    <a:p>
                      <a:r>
                        <a:rPr lang="en-US" dirty="0"/>
                        <a:t>Code Quality and Exploit Mitigation</a:t>
                      </a:r>
                    </a:p>
                  </a:txBody>
                  <a:tcPr/>
                </a:tc>
                <a:tc>
                  <a:txBody>
                    <a:bodyPr/>
                    <a:lstStyle/>
                    <a:p>
                      <a:r>
                        <a:rPr lang="en-US" dirty="0"/>
                        <a:t>Code Quality and Build Settings for Android Apps</a:t>
                      </a:r>
                    </a:p>
                  </a:txBody>
                  <a:tcPr/>
                </a:tc>
                <a:extLst>
                  <a:ext uri="{0D108BD9-81ED-4DB2-BD59-A6C34878D82A}">
                    <a16:rowId xmlns:a16="http://schemas.microsoft.com/office/drawing/2014/main" val="2351314280"/>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Anti-Tampering and Anti-Reversing</a:t>
                      </a:r>
                    </a:p>
                  </a:txBody>
                  <a:tcPr/>
                </a:tc>
                <a:tc>
                  <a:txBody>
                    <a:bodyPr/>
                    <a:lstStyle/>
                    <a:p>
                      <a:r>
                        <a:rPr lang="en-US" dirty="0"/>
                        <a:t>Tampering and Reverse Engineering on Android</a:t>
                      </a:r>
                    </a:p>
                    <a:p>
                      <a:r>
                        <a:rPr lang="en-US" dirty="0"/>
                        <a:t>Android Anti-Reversing Defenses</a:t>
                      </a:r>
                    </a:p>
                  </a:txBody>
                  <a:tcPr/>
                </a:tc>
                <a:extLst>
                  <a:ext uri="{0D108BD9-81ED-4DB2-BD59-A6C34878D82A}">
                    <a16:rowId xmlns:a16="http://schemas.microsoft.com/office/drawing/2014/main" val="3064650322"/>
                  </a:ext>
                </a:extLst>
              </a:tr>
            </a:tbl>
          </a:graphicData>
        </a:graphic>
      </p:graphicFrame>
    </p:spTree>
    <p:extLst>
      <p:ext uri="{BB962C8B-B14F-4D97-AF65-F5344CB8AC3E}">
        <p14:creationId xmlns:p14="http://schemas.microsoft.com/office/powerpoint/2010/main" val="1736636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CustomShape 1"/>
          <p:cNvSpPr/>
          <p:nvPr/>
        </p:nvSpPr>
        <p:spPr>
          <a:xfrm>
            <a:off x="3440112" y="274637"/>
            <a:ext cx="6391800" cy="8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3000" b="1" strike="noStrike" dirty="0">
                <a:solidFill>
                  <a:srgbClr val="0079B8"/>
                </a:solidFill>
                <a:latin typeface="Tahoma"/>
                <a:ea typeface="DejaVu Sans"/>
              </a:rPr>
              <a:t>References</a:t>
            </a:r>
            <a:endParaRPr dirty="0"/>
          </a:p>
        </p:txBody>
      </p:sp>
      <p:sp>
        <p:nvSpPr>
          <p:cNvPr id="96" name="CustomShape 2"/>
          <p:cNvSpPr/>
          <p:nvPr/>
        </p:nvSpPr>
        <p:spPr>
          <a:xfrm>
            <a:off x="7223760" y="7113600"/>
            <a:ext cx="2350080" cy="400320"/>
          </a:xfrm>
          <a:prstGeom prst="rect">
            <a:avLst/>
          </a:prstGeom>
          <a:noFill/>
          <a:ln>
            <a:noFill/>
          </a:ln>
        </p:spPr>
        <p:style>
          <a:lnRef idx="0">
            <a:scrgbClr r="0" g="0" b="0"/>
          </a:lnRef>
          <a:fillRef idx="0">
            <a:scrgbClr r="0" g="0" b="0"/>
          </a:fillRef>
          <a:effectRef idx="0">
            <a:scrgbClr r="0" g="0" b="0"/>
          </a:effectRef>
          <a:fontRef idx="minor"/>
        </p:style>
      </p:sp>
      <p:sp>
        <p:nvSpPr>
          <p:cNvPr id="98" name="CustomShape 4"/>
          <p:cNvSpPr/>
          <p:nvPr/>
        </p:nvSpPr>
        <p:spPr>
          <a:xfrm>
            <a:off x="3443760" y="7113600"/>
            <a:ext cx="3189600" cy="400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1200" strike="noStrike">
                <a:solidFill>
                  <a:srgbClr val="8B8B8B"/>
                </a:solidFill>
                <a:latin typeface="Calibri"/>
                <a:ea typeface="DejaVu Sans"/>
              </a:rPr>
              <a:t>COMP6047 - Algorithm and Programming</a:t>
            </a:r>
            <a:endParaRPr/>
          </a:p>
        </p:txBody>
      </p:sp>
      <p:sp>
        <p:nvSpPr>
          <p:cNvPr id="11" name="Rectangle 10"/>
          <p:cNvSpPr/>
          <p:nvPr/>
        </p:nvSpPr>
        <p:spPr>
          <a:xfrm>
            <a:off x="1145112" y="3060673"/>
            <a:ext cx="86868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D" dirty="0" err="1"/>
              <a:t>Chell</a:t>
            </a:r>
            <a:r>
              <a:rPr lang="en-ID" dirty="0"/>
              <a:t>, D., Erasmus, T., Colley, S., &amp; Whitehouse, O. (2015). The mobile application hacker's handbook. John Wiley &amp; Sons.</a:t>
            </a:r>
          </a:p>
          <a:p>
            <a:r>
              <a:rPr lang="en-ID" dirty="0">
                <a:hlinkClick r:id="rId3"/>
              </a:rPr>
              <a:t>https://mobile-security.gitbook.io/masvs/</a:t>
            </a:r>
            <a:endParaRPr lang="en-ID" dirty="0"/>
          </a:p>
          <a:p>
            <a:r>
              <a:rPr lang="en-ID" dirty="0">
                <a:hlinkClick r:id="rId4"/>
              </a:rPr>
              <a:t>https://mobile-security.gitbook.io/mobile-security-testing-guide/</a:t>
            </a:r>
            <a:endParaRPr lang="en-ID" dirty="0"/>
          </a:p>
        </p:txBody>
      </p:sp>
    </p:spTree>
    <p:extLst>
      <p:ext uri="{BB962C8B-B14F-4D97-AF65-F5344CB8AC3E}">
        <p14:creationId xmlns:p14="http://schemas.microsoft.com/office/powerpoint/2010/main" val="177292083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19178</TotalTime>
  <Words>1699</Words>
  <Application>Microsoft Macintosh PowerPoint</Application>
  <PresentationFormat>Custom</PresentationFormat>
  <Paragraphs>149</Paragraphs>
  <Slides>24</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Arial</vt:lpstr>
      <vt:lpstr>Calibri</vt:lpstr>
      <vt:lpstr>Open Sans</vt:lpstr>
      <vt:lpstr>StarSymbol</vt:lpstr>
      <vt:lpstr>Tahoma</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dc:creator>
  <cp:lastModifiedBy>Chrisando Ryan Pardomuan</cp:lastModifiedBy>
  <cp:revision>258</cp:revision>
  <dcterms:created xsi:type="dcterms:W3CDTF">2015-06-05T10:28:43Z</dcterms:created>
  <dcterms:modified xsi:type="dcterms:W3CDTF">2022-06-20T08:00:58Z</dcterms:modified>
  <dc:language>en-US</dc:language>
</cp:coreProperties>
</file>