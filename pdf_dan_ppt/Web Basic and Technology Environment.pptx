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9" r:id="rId3"/>
    <p:sldId id="28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8C13E1-7722-A144-8E31-D65E62EE32B5}" v="21" dt="2021-06-14T06:13:21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2"/>
    <p:restoredTop sz="94844"/>
  </p:normalViewPr>
  <p:slideViewPr>
    <p:cSldViewPr snapToGrid="0" snapToObjects="1">
      <p:cViewPr varScale="1">
        <p:scale>
          <a:sx n="100" d="100"/>
          <a:sy n="100" d="100"/>
        </p:scale>
        <p:origin x="195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ando Ryan Pardomuan" userId="d86b8ec6-6971-4c19-8cd2-30e616069795" providerId="ADAL" clId="{A38C13E1-7722-A144-8E31-D65E62EE32B5}"/>
    <pc:docChg chg="custSel modSld">
      <pc:chgData name="Chrisando Ryan Pardomuan" userId="d86b8ec6-6971-4c19-8cd2-30e616069795" providerId="ADAL" clId="{A38C13E1-7722-A144-8E31-D65E62EE32B5}" dt="2021-06-14T06:14:51.949" v="205" actId="12"/>
      <pc:docMkLst>
        <pc:docMk/>
      </pc:docMkLst>
      <pc:sldChg chg="modSp">
        <pc:chgData name="Chrisando Ryan Pardomuan" userId="d86b8ec6-6971-4c19-8cd2-30e616069795" providerId="ADAL" clId="{A38C13E1-7722-A144-8E31-D65E62EE32B5}" dt="2021-06-14T06:10:19.319" v="13" actId="20577"/>
        <pc:sldMkLst>
          <pc:docMk/>
          <pc:sldMk cId="1662410893" sldId="261"/>
        </pc:sldMkLst>
        <pc:graphicFrameChg chg="mod">
          <ac:chgData name="Chrisando Ryan Pardomuan" userId="d86b8ec6-6971-4c19-8cd2-30e616069795" providerId="ADAL" clId="{A38C13E1-7722-A144-8E31-D65E62EE32B5}" dt="2021-06-14T06:10:19.319" v="13" actId="20577"/>
          <ac:graphicFrameMkLst>
            <pc:docMk/>
            <pc:sldMk cId="1662410893" sldId="261"/>
            <ac:graphicFrameMk id="4" creationId="{00000000-0000-0000-0000-000000000000}"/>
          </ac:graphicFrameMkLst>
        </pc:graphicFrameChg>
      </pc:sldChg>
      <pc:sldChg chg="addSp modSp mod">
        <pc:chgData name="Chrisando Ryan Pardomuan" userId="d86b8ec6-6971-4c19-8cd2-30e616069795" providerId="ADAL" clId="{A38C13E1-7722-A144-8E31-D65E62EE32B5}" dt="2021-06-14T06:14:03.757" v="185" actId="179"/>
        <pc:sldMkLst>
          <pc:docMk/>
          <pc:sldMk cId="1734216723" sldId="269"/>
        </pc:sldMkLst>
        <pc:spChg chg="add mod">
          <ac:chgData name="Chrisando Ryan Pardomuan" userId="d86b8ec6-6971-4c19-8cd2-30e616069795" providerId="ADAL" clId="{A38C13E1-7722-A144-8E31-D65E62EE32B5}" dt="2021-06-14T06:14:03.757" v="185" actId="179"/>
          <ac:spMkLst>
            <pc:docMk/>
            <pc:sldMk cId="1734216723" sldId="269"/>
            <ac:spMk id="5" creationId="{122B0D9E-8C35-5C4C-B89B-01B62D15CAAE}"/>
          </ac:spMkLst>
        </pc:spChg>
      </pc:sldChg>
      <pc:sldChg chg="modSp mod">
        <pc:chgData name="Chrisando Ryan Pardomuan" userId="d86b8ec6-6971-4c19-8cd2-30e616069795" providerId="ADAL" clId="{A38C13E1-7722-A144-8E31-D65E62EE32B5}" dt="2021-06-14T06:14:51.949" v="205" actId="12"/>
        <pc:sldMkLst>
          <pc:docMk/>
          <pc:sldMk cId="1843321431" sldId="274"/>
        </pc:sldMkLst>
        <pc:spChg chg="mod">
          <ac:chgData name="Chrisando Ryan Pardomuan" userId="d86b8ec6-6971-4c19-8cd2-30e616069795" providerId="ADAL" clId="{A38C13E1-7722-A144-8E31-D65E62EE32B5}" dt="2021-06-14T06:14:51.949" v="205" actId="12"/>
          <ac:spMkLst>
            <pc:docMk/>
            <pc:sldMk cId="1843321431" sldId="274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180463-F1E3-8D44-A3C6-B923B3F9EE99}" type="doc">
      <dgm:prSet loTypeId="urn:microsoft.com/office/officeart/2005/8/layout/vList3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5AAB9C8-D03A-004F-B36B-FE5E7C60845D}">
      <dgm:prSet/>
      <dgm:spPr/>
      <dgm:t>
        <a:bodyPr/>
        <a:lstStyle/>
        <a:p>
          <a:pPr rtl="0"/>
          <a:r>
            <a:rPr lang="en-US"/>
            <a:t>Free, Based On Open Source Technology. </a:t>
          </a:r>
        </a:p>
      </dgm:t>
    </dgm:pt>
    <dgm:pt modelId="{C9CD1F8F-347A-7A4D-9DB7-3B6BA60CF3A8}" type="parTrans" cxnId="{69AB7287-8A73-AA45-BCDC-B9AB8C005F68}">
      <dgm:prSet/>
      <dgm:spPr/>
      <dgm:t>
        <a:bodyPr/>
        <a:lstStyle/>
        <a:p>
          <a:endParaRPr lang="en-US"/>
        </a:p>
      </dgm:t>
    </dgm:pt>
    <dgm:pt modelId="{A48BA07B-E875-6D4D-8AC3-ADA4C8D9E1E9}" type="sibTrans" cxnId="{69AB7287-8A73-AA45-BCDC-B9AB8C005F68}">
      <dgm:prSet/>
      <dgm:spPr/>
      <dgm:t>
        <a:bodyPr/>
        <a:lstStyle/>
        <a:p>
          <a:endParaRPr lang="en-US"/>
        </a:p>
      </dgm:t>
    </dgm:pt>
    <dgm:pt modelId="{0310DF85-D1E6-CE47-8329-D88C0DB8C02F}">
      <dgm:prSet/>
      <dgm:spPr/>
      <dgm:t>
        <a:bodyPr/>
        <a:lstStyle/>
        <a:p>
          <a:pPr rtl="0"/>
          <a:r>
            <a:rPr lang="en-US" dirty="0"/>
            <a:t>Multiple Scripting Language Support. </a:t>
          </a:r>
        </a:p>
      </dgm:t>
    </dgm:pt>
    <dgm:pt modelId="{82442404-01EC-0D42-BB4B-E807653588E5}" type="parTrans" cxnId="{21E048EB-ACCE-CE4E-B262-3C1DEBA73743}">
      <dgm:prSet/>
      <dgm:spPr/>
      <dgm:t>
        <a:bodyPr/>
        <a:lstStyle/>
        <a:p>
          <a:endParaRPr lang="en-US"/>
        </a:p>
      </dgm:t>
    </dgm:pt>
    <dgm:pt modelId="{EA833827-6A9A-DB44-A4B5-AD5376391427}" type="sibTrans" cxnId="{21E048EB-ACCE-CE4E-B262-3C1DEBA73743}">
      <dgm:prSet/>
      <dgm:spPr/>
      <dgm:t>
        <a:bodyPr/>
        <a:lstStyle/>
        <a:p>
          <a:endParaRPr lang="en-US"/>
        </a:p>
      </dgm:t>
    </dgm:pt>
    <dgm:pt modelId="{725F76E1-0345-F040-9E28-44FEFC36E7A7}">
      <dgm:prSet/>
      <dgm:spPr/>
      <dgm:t>
        <a:bodyPr/>
        <a:lstStyle/>
        <a:p>
          <a:pPr rtl="0"/>
          <a:r>
            <a:rPr lang="en-US"/>
            <a:t>Runs On * Operating Systems.</a:t>
          </a:r>
          <a:br>
            <a:rPr lang="en-US"/>
          </a:br>
          <a:r>
            <a:rPr lang="en-US"/>
            <a:t>Web Server With a modular design. </a:t>
          </a:r>
        </a:p>
      </dgm:t>
    </dgm:pt>
    <dgm:pt modelId="{AD35E00D-F128-6E4D-954E-1F9460E8BB3A}" type="parTrans" cxnId="{75D3C7D7-E69E-1743-97C2-76B2571B715D}">
      <dgm:prSet/>
      <dgm:spPr/>
      <dgm:t>
        <a:bodyPr/>
        <a:lstStyle/>
        <a:p>
          <a:endParaRPr lang="en-US"/>
        </a:p>
      </dgm:t>
    </dgm:pt>
    <dgm:pt modelId="{1FBA325A-5037-FB4D-B154-6A2389EEDFAE}" type="sibTrans" cxnId="{75D3C7D7-E69E-1743-97C2-76B2571B715D}">
      <dgm:prSet/>
      <dgm:spPr/>
      <dgm:t>
        <a:bodyPr/>
        <a:lstStyle/>
        <a:p>
          <a:endParaRPr lang="en-US"/>
        </a:p>
      </dgm:t>
    </dgm:pt>
    <dgm:pt modelId="{62664969-A0A3-144E-9CEC-A13C31A1B8F3}">
      <dgm:prSet/>
      <dgm:spPr/>
      <dgm:t>
        <a:bodyPr/>
        <a:lstStyle/>
        <a:p>
          <a:pPr rtl="0"/>
          <a:r>
            <a:rPr lang="en-US"/>
            <a:t>Simple, Powerful file-based configuration. </a:t>
          </a:r>
        </a:p>
      </dgm:t>
    </dgm:pt>
    <dgm:pt modelId="{B8C90957-35F2-F942-B313-045E63B40C35}" type="parTrans" cxnId="{88E4B22F-1A5D-4547-9846-17220CDD7CD1}">
      <dgm:prSet/>
      <dgm:spPr/>
      <dgm:t>
        <a:bodyPr/>
        <a:lstStyle/>
        <a:p>
          <a:endParaRPr lang="en-US"/>
        </a:p>
      </dgm:t>
    </dgm:pt>
    <dgm:pt modelId="{6FE38249-391B-B04E-B9B3-44F933BC915B}" type="sibTrans" cxnId="{88E4B22F-1A5D-4547-9846-17220CDD7CD1}">
      <dgm:prSet/>
      <dgm:spPr/>
      <dgm:t>
        <a:bodyPr/>
        <a:lstStyle/>
        <a:p>
          <a:endParaRPr lang="en-US"/>
        </a:p>
      </dgm:t>
    </dgm:pt>
    <dgm:pt modelId="{79141B7A-666B-C844-AA08-FFA5140F4AE6}" type="pres">
      <dgm:prSet presAssocID="{DE180463-F1E3-8D44-A3C6-B923B3F9EE99}" presName="linearFlow" presStyleCnt="0">
        <dgm:presLayoutVars>
          <dgm:dir/>
          <dgm:resizeHandles val="exact"/>
        </dgm:presLayoutVars>
      </dgm:prSet>
      <dgm:spPr/>
    </dgm:pt>
    <dgm:pt modelId="{C10357C0-E21B-E94E-B0CD-A81ECECC102D}" type="pres">
      <dgm:prSet presAssocID="{A5AAB9C8-D03A-004F-B36B-FE5E7C60845D}" presName="composite" presStyleCnt="0"/>
      <dgm:spPr/>
    </dgm:pt>
    <dgm:pt modelId="{C9B32B87-88DC-A246-B462-83D6F685F9A5}" type="pres">
      <dgm:prSet presAssocID="{A5AAB9C8-D03A-004F-B36B-FE5E7C60845D}" presName="imgShp" presStyleLbl="fgImgPlace1" presStyleIdx="0" presStyleCnt="4"/>
      <dgm:spPr/>
    </dgm:pt>
    <dgm:pt modelId="{1DE5C225-796F-6649-842A-51BAA1DC041B}" type="pres">
      <dgm:prSet presAssocID="{A5AAB9C8-D03A-004F-B36B-FE5E7C60845D}" presName="txShp" presStyleLbl="node1" presStyleIdx="0" presStyleCnt="4">
        <dgm:presLayoutVars>
          <dgm:bulletEnabled val="1"/>
        </dgm:presLayoutVars>
      </dgm:prSet>
      <dgm:spPr/>
    </dgm:pt>
    <dgm:pt modelId="{2DBFC396-19DD-9C47-8E9E-34B6BA011A18}" type="pres">
      <dgm:prSet presAssocID="{A48BA07B-E875-6D4D-8AC3-ADA4C8D9E1E9}" presName="spacing" presStyleCnt="0"/>
      <dgm:spPr/>
    </dgm:pt>
    <dgm:pt modelId="{5E33439D-D2E9-394D-98EE-BFF60043EDBF}" type="pres">
      <dgm:prSet presAssocID="{0310DF85-D1E6-CE47-8329-D88C0DB8C02F}" presName="composite" presStyleCnt="0"/>
      <dgm:spPr/>
    </dgm:pt>
    <dgm:pt modelId="{32DDBB4D-1B73-A74F-AF99-1210C0CF8DB6}" type="pres">
      <dgm:prSet presAssocID="{0310DF85-D1E6-CE47-8329-D88C0DB8C02F}" presName="imgShp" presStyleLbl="fgImgPlace1" presStyleIdx="1" presStyleCnt="4"/>
      <dgm:spPr/>
    </dgm:pt>
    <dgm:pt modelId="{602F6B21-4F35-DA40-B62A-E1255F8B0606}" type="pres">
      <dgm:prSet presAssocID="{0310DF85-D1E6-CE47-8329-D88C0DB8C02F}" presName="txShp" presStyleLbl="node1" presStyleIdx="1" presStyleCnt="4">
        <dgm:presLayoutVars>
          <dgm:bulletEnabled val="1"/>
        </dgm:presLayoutVars>
      </dgm:prSet>
      <dgm:spPr/>
    </dgm:pt>
    <dgm:pt modelId="{17316858-3317-904A-AF5D-88E25B884C6C}" type="pres">
      <dgm:prSet presAssocID="{EA833827-6A9A-DB44-A4B5-AD5376391427}" presName="spacing" presStyleCnt="0"/>
      <dgm:spPr/>
    </dgm:pt>
    <dgm:pt modelId="{3473023B-3EE5-1E49-B8DF-3FB233559655}" type="pres">
      <dgm:prSet presAssocID="{725F76E1-0345-F040-9E28-44FEFC36E7A7}" presName="composite" presStyleCnt="0"/>
      <dgm:spPr/>
    </dgm:pt>
    <dgm:pt modelId="{05E9E12B-D4F5-EA49-92E2-C54EE85C0A39}" type="pres">
      <dgm:prSet presAssocID="{725F76E1-0345-F040-9E28-44FEFC36E7A7}" presName="imgShp" presStyleLbl="fgImgPlace1" presStyleIdx="2" presStyleCnt="4"/>
      <dgm:spPr/>
    </dgm:pt>
    <dgm:pt modelId="{15A655B0-EBD2-8C4E-B651-9EAD6CEFDB7B}" type="pres">
      <dgm:prSet presAssocID="{725F76E1-0345-F040-9E28-44FEFC36E7A7}" presName="txShp" presStyleLbl="node1" presStyleIdx="2" presStyleCnt="4">
        <dgm:presLayoutVars>
          <dgm:bulletEnabled val="1"/>
        </dgm:presLayoutVars>
      </dgm:prSet>
      <dgm:spPr/>
    </dgm:pt>
    <dgm:pt modelId="{8A1FBA78-31E3-F141-AD0D-C3268AB71823}" type="pres">
      <dgm:prSet presAssocID="{1FBA325A-5037-FB4D-B154-6A2389EEDFAE}" presName="spacing" presStyleCnt="0"/>
      <dgm:spPr/>
    </dgm:pt>
    <dgm:pt modelId="{3FA4847F-BE93-2545-A67A-E79D1C824666}" type="pres">
      <dgm:prSet presAssocID="{62664969-A0A3-144E-9CEC-A13C31A1B8F3}" presName="composite" presStyleCnt="0"/>
      <dgm:spPr/>
    </dgm:pt>
    <dgm:pt modelId="{B6752895-C19C-2B47-B8C8-F6A20515A461}" type="pres">
      <dgm:prSet presAssocID="{62664969-A0A3-144E-9CEC-A13C31A1B8F3}" presName="imgShp" presStyleLbl="fgImgPlace1" presStyleIdx="3" presStyleCnt="4"/>
      <dgm:spPr/>
    </dgm:pt>
    <dgm:pt modelId="{3C99A4B0-E6B2-D142-9A13-400FBE9D17FD}" type="pres">
      <dgm:prSet presAssocID="{62664969-A0A3-144E-9CEC-A13C31A1B8F3}" presName="txShp" presStyleLbl="node1" presStyleIdx="3" presStyleCnt="4">
        <dgm:presLayoutVars>
          <dgm:bulletEnabled val="1"/>
        </dgm:presLayoutVars>
      </dgm:prSet>
      <dgm:spPr/>
    </dgm:pt>
  </dgm:ptLst>
  <dgm:cxnLst>
    <dgm:cxn modelId="{CEAE7907-20DA-BB4C-9BFA-8C87EBC75CA2}" type="presOf" srcId="{DE180463-F1E3-8D44-A3C6-B923B3F9EE99}" destId="{79141B7A-666B-C844-AA08-FFA5140F4AE6}" srcOrd="0" destOrd="0" presId="urn:microsoft.com/office/officeart/2005/8/layout/vList3"/>
    <dgm:cxn modelId="{88E4B22F-1A5D-4547-9846-17220CDD7CD1}" srcId="{DE180463-F1E3-8D44-A3C6-B923B3F9EE99}" destId="{62664969-A0A3-144E-9CEC-A13C31A1B8F3}" srcOrd="3" destOrd="0" parTransId="{B8C90957-35F2-F942-B313-045E63B40C35}" sibTransId="{6FE38249-391B-B04E-B9B3-44F933BC915B}"/>
    <dgm:cxn modelId="{B4701E3A-79D8-884B-B757-E687803B94B9}" type="presOf" srcId="{62664969-A0A3-144E-9CEC-A13C31A1B8F3}" destId="{3C99A4B0-E6B2-D142-9A13-400FBE9D17FD}" srcOrd="0" destOrd="0" presId="urn:microsoft.com/office/officeart/2005/8/layout/vList3"/>
    <dgm:cxn modelId="{9C40AB60-C2DB-A847-9EF3-27E7BB7F883A}" type="presOf" srcId="{A5AAB9C8-D03A-004F-B36B-FE5E7C60845D}" destId="{1DE5C225-796F-6649-842A-51BAA1DC041B}" srcOrd="0" destOrd="0" presId="urn:microsoft.com/office/officeart/2005/8/layout/vList3"/>
    <dgm:cxn modelId="{43B73082-B75E-4948-8948-E95A80F9670F}" type="presOf" srcId="{0310DF85-D1E6-CE47-8329-D88C0DB8C02F}" destId="{602F6B21-4F35-DA40-B62A-E1255F8B0606}" srcOrd="0" destOrd="0" presId="urn:microsoft.com/office/officeart/2005/8/layout/vList3"/>
    <dgm:cxn modelId="{69AB7287-8A73-AA45-BCDC-B9AB8C005F68}" srcId="{DE180463-F1E3-8D44-A3C6-B923B3F9EE99}" destId="{A5AAB9C8-D03A-004F-B36B-FE5E7C60845D}" srcOrd="0" destOrd="0" parTransId="{C9CD1F8F-347A-7A4D-9DB7-3B6BA60CF3A8}" sibTransId="{A48BA07B-E875-6D4D-8AC3-ADA4C8D9E1E9}"/>
    <dgm:cxn modelId="{A917D4AC-A206-6749-9D86-8131F429DAB0}" type="presOf" srcId="{725F76E1-0345-F040-9E28-44FEFC36E7A7}" destId="{15A655B0-EBD2-8C4E-B651-9EAD6CEFDB7B}" srcOrd="0" destOrd="0" presId="urn:microsoft.com/office/officeart/2005/8/layout/vList3"/>
    <dgm:cxn modelId="{75D3C7D7-E69E-1743-97C2-76B2571B715D}" srcId="{DE180463-F1E3-8D44-A3C6-B923B3F9EE99}" destId="{725F76E1-0345-F040-9E28-44FEFC36E7A7}" srcOrd="2" destOrd="0" parTransId="{AD35E00D-F128-6E4D-954E-1F9460E8BB3A}" sibTransId="{1FBA325A-5037-FB4D-B154-6A2389EEDFAE}"/>
    <dgm:cxn modelId="{21E048EB-ACCE-CE4E-B262-3C1DEBA73743}" srcId="{DE180463-F1E3-8D44-A3C6-B923B3F9EE99}" destId="{0310DF85-D1E6-CE47-8329-D88C0DB8C02F}" srcOrd="1" destOrd="0" parTransId="{82442404-01EC-0D42-BB4B-E807653588E5}" sibTransId="{EA833827-6A9A-DB44-A4B5-AD5376391427}"/>
    <dgm:cxn modelId="{999E4B76-56D2-6F4A-B0B1-C36AFFA465E0}" type="presParOf" srcId="{79141B7A-666B-C844-AA08-FFA5140F4AE6}" destId="{C10357C0-E21B-E94E-B0CD-A81ECECC102D}" srcOrd="0" destOrd="0" presId="urn:microsoft.com/office/officeart/2005/8/layout/vList3"/>
    <dgm:cxn modelId="{3785EE73-DEAF-274C-A121-D5C04803C04B}" type="presParOf" srcId="{C10357C0-E21B-E94E-B0CD-A81ECECC102D}" destId="{C9B32B87-88DC-A246-B462-83D6F685F9A5}" srcOrd="0" destOrd="0" presId="urn:microsoft.com/office/officeart/2005/8/layout/vList3"/>
    <dgm:cxn modelId="{9FCD72DE-3819-B24B-8BFC-258AB20090F0}" type="presParOf" srcId="{C10357C0-E21B-E94E-B0CD-A81ECECC102D}" destId="{1DE5C225-796F-6649-842A-51BAA1DC041B}" srcOrd="1" destOrd="0" presId="urn:microsoft.com/office/officeart/2005/8/layout/vList3"/>
    <dgm:cxn modelId="{39677CEC-F1B9-CA4B-B38B-7FBCC3C35D9E}" type="presParOf" srcId="{79141B7A-666B-C844-AA08-FFA5140F4AE6}" destId="{2DBFC396-19DD-9C47-8E9E-34B6BA011A18}" srcOrd="1" destOrd="0" presId="urn:microsoft.com/office/officeart/2005/8/layout/vList3"/>
    <dgm:cxn modelId="{DCF728A2-741E-8341-8A71-7D8C5619A954}" type="presParOf" srcId="{79141B7A-666B-C844-AA08-FFA5140F4AE6}" destId="{5E33439D-D2E9-394D-98EE-BFF60043EDBF}" srcOrd="2" destOrd="0" presId="urn:microsoft.com/office/officeart/2005/8/layout/vList3"/>
    <dgm:cxn modelId="{B6B037D8-2E12-A34D-BB4A-0E1703FF2A6E}" type="presParOf" srcId="{5E33439D-D2E9-394D-98EE-BFF60043EDBF}" destId="{32DDBB4D-1B73-A74F-AF99-1210C0CF8DB6}" srcOrd="0" destOrd="0" presId="urn:microsoft.com/office/officeart/2005/8/layout/vList3"/>
    <dgm:cxn modelId="{81FC407E-902A-944E-93A3-2058107F07C1}" type="presParOf" srcId="{5E33439D-D2E9-394D-98EE-BFF60043EDBF}" destId="{602F6B21-4F35-DA40-B62A-E1255F8B0606}" srcOrd="1" destOrd="0" presId="urn:microsoft.com/office/officeart/2005/8/layout/vList3"/>
    <dgm:cxn modelId="{DE71A83B-7231-7F46-8596-94CC2EA2187F}" type="presParOf" srcId="{79141B7A-666B-C844-AA08-FFA5140F4AE6}" destId="{17316858-3317-904A-AF5D-88E25B884C6C}" srcOrd="3" destOrd="0" presId="urn:microsoft.com/office/officeart/2005/8/layout/vList3"/>
    <dgm:cxn modelId="{F8431AEC-4CFA-7F42-AE0E-5A23D40AFC10}" type="presParOf" srcId="{79141B7A-666B-C844-AA08-FFA5140F4AE6}" destId="{3473023B-3EE5-1E49-B8DF-3FB233559655}" srcOrd="4" destOrd="0" presId="urn:microsoft.com/office/officeart/2005/8/layout/vList3"/>
    <dgm:cxn modelId="{24E2D870-8902-E844-8214-5E5B62269ABC}" type="presParOf" srcId="{3473023B-3EE5-1E49-B8DF-3FB233559655}" destId="{05E9E12B-D4F5-EA49-92E2-C54EE85C0A39}" srcOrd="0" destOrd="0" presId="urn:microsoft.com/office/officeart/2005/8/layout/vList3"/>
    <dgm:cxn modelId="{FCA47D18-14A4-B048-A430-0556E4F8CBED}" type="presParOf" srcId="{3473023B-3EE5-1E49-B8DF-3FB233559655}" destId="{15A655B0-EBD2-8C4E-B651-9EAD6CEFDB7B}" srcOrd="1" destOrd="0" presId="urn:microsoft.com/office/officeart/2005/8/layout/vList3"/>
    <dgm:cxn modelId="{591B5783-CCB4-514F-97B0-2FA9F128F222}" type="presParOf" srcId="{79141B7A-666B-C844-AA08-FFA5140F4AE6}" destId="{8A1FBA78-31E3-F141-AD0D-C3268AB71823}" srcOrd="5" destOrd="0" presId="urn:microsoft.com/office/officeart/2005/8/layout/vList3"/>
    <dgm:cxn modelId="{794140C6-DD23-4B4C-AAA3-D7CA98C1418E}" type="presParOf" srcId="{79141B7A-666B-C844-AA08-FFA5140F4AE6}" destId="{3FA4847F-BE93-2545-A67A-E79D1C824666}" srcOrd="6" destOrd="0" presId="urn:microsoft.com/office/officeart/2005/8/layout/vList3"/>
    <dgm:cxn modelId="{2CAC308B-54E4-A44F-9038-A193E3A7F53A}" type="presParOf" srcId="{3FA4847F-BE93-2545-A67A-E79D1C824666}" destId="{B6752895-C19C-2B47-B8C8-F6A20515A461}" srcOrd="0" destOrd="0" presId="urn:microsoft.com/office/officeart/2005/8/layout/vList3"/>
    <dgm:cxn modelId="{B3402ED2-E08E-074E-BFA5-D6099837FEC7}" type="presParOf" srcId="{3FA4847F-BE93-2545-A67A-E79D1C824666}" destId="{3C99A4B0-E6B2-D142-9A13-400FBE9D17F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A2C97F-9A8A-D048-A7F9-44A279C12465}" type="doc">
      <dgm:prSet loTypeId="urn:microsoft.com/office/officeart/2005/8/layout/vList3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668FCF-80A5-934D-AF90-5ECED059E4D9}">
      <dgm:prSet/>
      <dgm:spPr/>
      <dgm:t>
        <a:bodyPr/>
        <a:lstStyle/>
        <a:p>
          <a:pPr rtl="0"/>
          <a:r>
            <a:rPr lang="en-US"/>
            <a:t>httpd.conf</a:t>
          </a:r>
        </a:p>
      </dgm:t>
    </dgm:pt>
    <dgm:pt modelId="{FD42E4C5-354E-164F-8F4E-D45C475D2004}" type="parTrans" cxnId="{0E5E7779-1F56-434A-8D10-DE19F7954BB7}">
      <dgm:prSet/>
      <dgm:spPr/>
      <dgm:t>
        <a:bodyPr/>
        <a:lstStyle/>
        <a:p>
          <a:endParaRPr lang="en-US"/>
        </a:p>
      </dgm:t>
    </dgm:pt>
    <dgm:pt modelId="{62ED66AB-5F8C-8E4E-A8E3-2BCF567647B6}" type="sibTrans" cxnId="{0E5E7779-1F56-434A-8D10-DE19F7954BB7}">
      <dgm:prSet/>
      <dgm:spPr/>
      <dgm:t>
        <a:bodyPr/>
        <a:lstStyle/>
        <a:p>
          <a:endParaRPr lang="en-US"/>
        </a:p>
      </dgm:t>
    </dgm:pt>
    <dgm:pt modelId="{66549826-AC0B-0D4C-9D0D-835E68ECFAFA}">
      <dgm:prSet/>
      <dgm:spPr/>
      <dgm:t>
        <a:bodyPr/>
        <a:lstStyle/>
        <a:p>
          <a:pPr rtl="0"/>
          <a:r>
            <a:rPr lang="en-US" dirty="0" err="1"/>
            <a:t>access.conf</a:t>
          </a:r>
          <a:r>
            <a:rPr lang="en-US" dirty="0"/>
            <a:t> ( </a:t>
          </a:r>
          <a:r>
            <a:rPr lang="en-US" dirty="0" err="1"/>
            <a:t>linux</a:t>
          </a:r>
          <a:r>
            <a:rPr lang="en-US" dirty="0"/>
            <a:t> ) </a:t>
          </a:r>
        </a:p>
      </dgm:t>
    </dgm:pt>
    <dgm:pt modelId="{D85BBC4A-A0C2-3249-BBE6-7F468119367E}" type="parTrans" cxnId="{341AF734-5813-2D4A-85E5-19E3CF874FA6}">
      <dgm:prSet/>
      <dgm:spPr/>
      <dgm:t>
        <a:bodyPr/>
        <a:lstStyle/>
        <a:p>
          <a:endParaRPr lang="en-US"/>
        </a:p>
      </dgm:t>
    </dgm:pt>
    <dgm:pt modelId="{DCB7F5BA-3932-974B-9342-B95FD6465ED5}" type="sibTrans" cxnId="{341AF734-5813-2D4A-85E5-19E3CF874FA6}">
      <dgm:prSet/>
      <dgm:spPr/>
      <dgm:t>
        <a:bodyPr/>
        <a:lstStyle/>
        <a:p>
          <a:endParaRPr lang="en-US"/>
        </a:p>
      </dgm:t>
    </dgm:pt>
    <dgm:pt modelId="{A24F0EAA-0807-D740-ABBA-E415A284ACE7}">
      <dgm:prSet/>
      <dgm:spPr/>
      <dgm:t>
        <a:bodyPr/>
        <a:lstStyle/>
        <a:p>
          <a:pPr rtl="0"/>
          <a:r>
            <a:rPr lang="en-US"/>
            <a:t>.htaccess</a:t>
          </a:r>
        </a:p>
      </dgm:t>
    </dgm:pt>
    <dgm:pt modelId="{9B7AA8ED-22F1-7045-9371-E92263540EC0}" type="parTrans" cxnId="{8E67CE3A-92CB-DF42-B0B5-167F7A01CDF7}">
      <dgm:prSet/>
      <dgm:spPr/>
      <dgm:t>
        <a:bodyPr/>
        <a:lstStyle/>
        <a:p>
          <a:endParaRPr lang="en-US"/>
        </a:p>
      </dgm:t>
    </dgm:pt>
    <dgm:pt modelId="{14042F6C-9BA1-CB4F-87CD-E43EC9690D7B}" type="sibTrans" cxnId="{8E67CE3A-92CB-DF42-B0B5-167F7A01CDF7}">
      <dgm:prSet/>
      <dgm:spPr/>
      <dgm:t>
        <a:bodyPr/>
        <a:lstStyle/>
        <a:p>
          <a:endParaRPr lang="en-US"/>
        </a:p>
      </dgm:t>
    </dgm:pt>
    <dgm:pt modelId="{7ACAD60C-40F7-704B-AEA8-6BCE341021E6}">
      <dgm:prSet/>
      <dgm:spPr/>
      <dgm:t>
        <a:bodyPr/>
        <a:lstStyle/>
        <a:p>
          <a:pPr rtl="0"/>
          <a:r>
            <a:rPr lang="en-US"/>
            <a:t>.htpasswd </a:t>
          </a:r>
        </a:p>
      </dgm:t>
    </dgm:pt>
    <dgm:pt modelId="{1C67FEDB-F631-3F4E-A0A9-ACE7374C353E}" type="parTrans" cxnId="{7F6109EF-041C-3744-A4A2-AF214FA62406}">
      <dgm:prSet/>
      <dgm:spPr/>
      <dgm:t>
        <a:bodyPr/>
        <a:lstStyle/>
        <a:p>
          <a:endParaRPr lang="en-US"/>
        </a:p>
      </dgm:t>
    </dgm:pt>
    <dgm:pt modelId="{46C623BD-3555-944F-8C43-D4A916B8EAA5}" type="sibTrans" cxnId="{7F6109EF-041C-3744-A4A2-AF214FA62406}">
      <dgm:prSet/>
      <dgm:spPr/>
      <dgm:t>
        <a:bodyPr/>
        <a:lstStyle/>
        <a:p>
          <a:endParaRPr lang="en-US"/>
        </a:p>
      </dgm:t>
    </dgm:pt>
    <dgm:pt modelId="{9A2718F8-648B-E74D-AB50-D6AA04545352}" type="pres">
      <dgm:prSet presAssocID="{E6A2C97F-9A8A-D048-A7F9-44A279C12465}" presName="linearFlow" presStyleCnt="0">
        <dgm:presLayoutVars>
          <dgm:dir/>
          <dgm:resizeHandles val="exact"/>
        </dgm:presLayoutVars>
      </dgm:prSet>
      <dgm:spPr/>
    </dgm:pt>
    <dgm:pt modelId="{D242FFD0-D6C4-104E-993F-B658103B3A8E}" type="pres">
      <dgm:prSet presAssocID="{4C668FCF-80A5-934D-AF90-5ECED059E4D9}" presName="composite" presStyleCnt="0"/>
      <dgm:spPr/>
    </dgm:pt>
    <dgm:pt modelId="{F13353AB-B023-8B42-B61B-E8FC504B6232}" type="pres">
      <dgm:prSet presAssocID="{4C668FCF-80A5-934D-AF90-5ECED059E4D9}" presName="imgShp" presStyleLbl="fgImgPlace1" presStyleIdx="0" presStyleCnt="4"/>
      <dgm:spPr/>
    </dgm:pt>
    <dgm:pt modelId="{F05E73DB-9154-C747-B9BD-514CDFDC65C2}" type="pres">
      <dgm:prSet presAssocID="{4C668FCF-80A5-934D-AF90-5ECED059E4D9}" presName="txShp" presStyleLbl="node1" presStyleIdx="0" presStyleCnt="4">
        <dgm:presLayoutVars>
          <dgm:bulletEnabled val="1"/>
        </dgm:presLayoutVars>
      </dgm:prSet>
      <dgm:spPr/>
    </dgm:pt>
    <dgm:pt modelId="{07636C55-2574-A24D-982E-AC05BF9FF516}" type="pres">
      <dgm:prSet presAssocID="{62ED66AB-5F8C-8E4E-A8E3-2BCF567647B6}" presName="spacing" presStyleCnt="0"/>
      <dgm:spPr/>
    </dgm:pt>
    <dgm:pt modelId="{4A675D71-F1EE-504B-BA09-B96EE63FF2B9}" type="pres">
      <dgm:prSet presAssocID="{66549826-AC0B-0D4C-9D0D-835E68ECFAFA}" presName="composite" presStyleCnt="0"/>
      <dgm:spPr/>
    </dgm:pt>
    <dgm:pt modelId="{55EA894C-47AB-8348-B5F3-607B8667D08E}" type="pres">
      <dgm:prSet presAssocID="{66549826-AC0B-0D4C-9D0D-835E68ECFAFA}" presName="imgShp" presStyleLbl="fgImgPlace1" presStyleIdx="1" presStyleCnt="4"/>
      <dgm:spPr/>
    </dgm:pt>
    <dgm:pt modelId="{D72570CA-E5AC-8145-AE2F-F53AC17D4385}" type="pres">
      <dgm:prSet presAssocID="{66549826-AC0B-0D4C-9D0D-835E68ECFAFA}" presName="txShp" presStyleLbl="node1" presStyleIdx="1" presStyleCnt="4">
        <dgm:presLayoutVars>
          <dgm:bulletEnabled val="1"/>
        </dgm:presLayoutVars>
      </dgm:prSet>
      <dgm:spPr/>
    </dgm:pt>
    <dgm:pt modelId="{728B8551-E313-334C-A1B3-36F4CA509F10}" type="pres">
      <dgm:prSet presAssocID="{DCB7F5BA-3932-974B-9342-B95FD6465ED5}" presName="spacing" presStyleCnt="0"/>
      <dgm:spPr/>
    </dgm:pt>
    <dgm:pt modelId="{18D2381D-B1F6-174C-8BFB-07A418753468}" type="pres">
      <dgm:prSet presAssocID="{A24F0EAA-0807-D740-ABBA-E415A284ACE7}" presName="composite" presStyleCnt="0"/>
      <dgm:spPr/>
    </dgm:pt>
    <dgm:pt modelId="{071E9092-50C2-0047-9DF8-2908B0FA85C1}" type="pres">
      <dgm:prSet presAssocID="{A24F0EAA-0807-D740-ABBA-E415A284ACE7}" presName="imgShp" presStyleLbl="fgImgPlace1" presStyleIdx="2" presStyleCnt="4"/>
      <dgm:spPr/>
    </dgm:pt>
    <dgm:pt modelId="{2C73F0DE-C986-1F45-B2F2-3D0326494ED8}" type="pres">
      <dgm:prSet presAssocID="{A24F0EAA-0807-D740-ABBA-E415A284ACE7}" presName="txShp" presStyleLbl="node1" presStyleIdx="2" presStyleCnt="4">
        <dgm:presLayoutVars>
          <dgm:bulletEnabled val="1"/>
        </dgm:presLayoutVars>
      </dgm:prSet>
      <dgm:spPr/>
    </dgm:pt>
    <dgm:pt modelId="{E46507AC-8306-814B-86BE-16857F030164}" type="pres">
      <dgm:prSet presAssocID="{14042F6C-9BA1-CB4F-87CD-E43EC9690D7B}" presName="spacing" presStyleCnt="0"/>
      <dgm:spPr/>
    </dgm:pt>
    <dgm:pt modelId="{EA1E8043-2B93-3342-8CB4-0E7FAE5E4E8C}" type="pres">
      <dgm:prSet presAssocID="{7ACAD60C-40F7-704B-AEA8-6BCE341021E6}" presName="composite" presStyleCnt="0"/>
      <dgm:spPr/>
    </dgm:pt>
    <dgm:pt modelId="{021A4A91-6277-0D4F-9AA3-22CBD2F4270E}" type="pres">
      <dgm:prSet presAssocID="{7ACAD60C-40F7-704B-AEA8-6BCE341021E6}" presName="imgShp" presStyleLbl="fgImgPlace1" presStyleIdx="3" presStyleCnt="4"/>
      <dgm:spPr/>
    </dgm:pt>
    <dgm:pt modelId="{69EEE99E-6DCF-8A4B-B245-A80A3D61BB29}" type="pres">
      <dgm:prSet presAssocID="{7ACAD60C-40F7-704B-AEA8-6BCE341021E6}" presName="txShp" presStyleLbl="node1" presStyleIdx="3" presStyleCnt="4">
        <dgm:presLayoutVars>
          <dgm:bulletEnabled val="1"/>
        </dgm:presLayoutVars>
      </dgm:prSet>
      <dgm:spPr/>
    </dgm:pt>
  </dgm:ptLst>
  <dgm:cxnLst>
    <dgm:cxn modelId="{27BD6C10-E1F6-DA48-999E-A3C36427432A}" type="presOf" srcId="{E6A2C97F-9A8A-D048-A7F9-44A279C12465}" destId="{9A2718F8-648B-E74D-AB50-D6AA04545352}" srcOrd="0" destOrd="0" presId="urn:microsoft.com/office/officeart/2005/8/layout/vList3"/>
    <dgm:cxn modelId="{5A611617-D9F0-2D4D-B116-F999CFAD2382}" type="presOf" srcId="{7ACAD60C-40F7-704B-AEA8-6BCE341021E6}" destId="{69EEE99E-6DCF-8A4B-B245-A80A3D61BB29}" srcOrd="0" destOrd="0" presId="urn:microsoft.com/office/officeart/2005/8/layout/vList3"/>
    <dgm:cxn modelId="{341AF734-5813-2D4A-85E5-19E3CF874FA6}" srcId="{E6A2C97F-9A8A-D048-A7F9-44A279C12465}" destId="{66549826-AC0B-0D4C-9D0D-835E68ECFAFA}" srcOrd="1" destOrd="0" parTransId="{D85BBC4A-A0C2-3249-BBE6-7F468119367E}" sibTransId="{DCB7F5BA-3932-974B-9342-B95FD6465ED5}"/>
    <dgm:cxn modelId="{8E67CE3A-92CB-DF42-B0B5-167F7A01CDF7}" srcId="{E6A2C97F-9A8A-D048-A7F9-44A279C12465}" destId="{A24F0EAA-0807-D740-ABBA-E415A284ACE7}" srcOrd="2" destOrd="0" parTransId="{9B7AA8ED-22F1-7045-9371-E92263540EC0}" sibTransId="{14042F6C-9BA1-CB4F-87CD-E43EC9690D7B}"/>
    <dgm:cxn modelId="{F8DB3D40-84B4-FB42-A40A-EEF6DEF9D49F}" type="presOf" srcId="{A24F0EAA-0807-D740-ABBA-E415A284ACE7}" destId="{2C73F0DE-C986-1F45-B2F2-3D0326494ED8}" srcOrd="0" destOrd="0" presId="urn:microsoft.com/office/officeart/2005/8/layout/vList3"/>
    <dgm:cxn modelId="{0E5E7779-1F56-434A-8D10-DE19F7954BB7}" srcId="{E6A2C97F-9A8A-D048-A7F9-44A279C12465}" destId="{4C668FCF-80A5-934D-AF90-5ECED059E4D9}" srcOrd="0" destOrd="0" parTransId="{FD42E4C5-354E-164F-8F4E-D45C475D2004}" sibTransId="{62ED66AB-5F8C-8E4E-A8E3-2BCF567647B6}"/>
    <dgm:cxn modelId="{0E14B37F-CF2E-2942-8A58-D82753A8F442}" type="presOf" srcId="{4C668FCF-80A5-934D-AF90-5ECED059E4D9}" destId="{F05E73DB-9154-C747-B9BD-514CDFDC65C2}" srcOrd="0" destOrd="0" presId="urn:microsoft.com/office/officeart/2005/8/layout/vList3"/>
    <dgm:cxn modelId="{78B939CC-1878-EA44-AB75-40B9F21D9208}" type="presOf" srcId="{66549826-AC0B-0D4C-9D0D-835E68ECFAFA}" destId="{D72570CA-E5AC-8145-AE2F-F53AC17D4385}" srcOrd="0" destOrd="0" presId="urn:microsoft.com/office/officeart/2005/8/layout/vList3"/>
    <dgm:cxn modelId="{7F6109EF-041C-3744-A4A2-AF214FA62406}" srcId="{E6A2C97F-9A8A-D048-A7F9-44A279C12465}" destId="{7ACAD60C-40F7-704B-AEA8-6BCE341021E6}" srcOrd="3" destOrd="0" parTransId="{1C67FEDB-F631-3F4E-A0A9-ACE7374C353E}" sibTransId="{46C623BD-3555-944F-8C43-D4A916B8EAA5}"/>
    <dgm:cxn modelId="{123C39E5-18F2-054B-82DA-E5DACFCD8705}" type="presParOf" srcId="{9A2718F8-648B-E74D-AB50-D6AA04545352}" destId="{D242FFD0-D6C4-104E-993F-B658103B3A8E}" srcOrd="0" destOrd="0" presId="urn:microsoft.com/office/officeart/2005/8/layout/vList3"/>
    <dgm:cxn modelId="{E9E3401B-99F3-0544-A017-AE60A91B6CAB}" type="presParOf" srcId="{D242FFD0-D6C4-104E-993F-B658103B3A8E}" destId="{F13353AB-B023-8B42-B61B-E8FC504B6232}" srcOrd="0" destOrd="0" presId="urn:microsoft.com/office/officeart/2005/8/layout/vList3"/>
    <dgm:cxn modelId="{F12A6ECB-E3FA-5340-A4B6-E44B1FE8B6BD}" type="presParOf" srcId="{D242FFD0-D6C4-104E-993F-B658103B3A8E}" destId="{F05E73DB-9154-C747-B9BD-514CDFDC65C2}" srcOrd="1" destOrd="0" presId="urn:microsoft.com/office/officeart/2005/8/layout/vList3"/>
    <dgm:cxn modelId="{3BD463D4-B224-9E4A-81C2-C58DA62820F5}" type="presParOf" srcId="{9A2718F8-648B-E74D-AB50-D6AA04545352}" destId="{07636C55-2574-A24D-982E-AC05BF9FF516}" srcOrd="1" destOrd="0" presId="urn:microsoft.com/office/officeart/2005/8/layout/vList3"/>
    <dgm:cxn modelId="{78AA8D57-04E4-5143-996B-7531F3CE227B}" type="presParOf" srcId="{9A2718F8-648B-E74D-AB50-D6AA04545352}" destId="{4A675D71-F1EE-504B-BA09-B96EE63FF2B9}" srcOrd="2" destOrd="0" presId="urn:microsoft.com/office/officeart/2005/8/layout/vList3"/>
    <dgm:cxn modelId="{1A58EB6E-75EC-6E49-A629-6CBB0FDDC3D3}" type="presParOf" srcId="{4A675D71-F1EE-504B-BA09-B96EE63FF2B9}" destId="{55EA894C-47AB-8348-B5F3-607B8667D08E}" srcOrd="0" destOrd="0" presId="urn:microsoft.com/office/officeart/2005/8/layout/vList3"/>
    <dgm:cxn modelId="{8B795C2F-9533-B748-A53D-BC3033C9BBC8}" type="presParOf" srcId="{4A675D71-F1EE-504B-BA09-B96EE63FF2B9}" destId="{D72570CA-E5AC-8145-AE2F-F53AC17D4385}" srcOrd="1" destOrd="0" presId="urn:microsoft.com/office/officeart/2005/8/layout/vList3"/>
    <dgm:cxn modelId="{BC961F0A-8A07-DB46-88FC-E7F510217C88}" type="presParOf" srcId="{9A2718F8-648B-E74D-AB50-D6AA04545352}" destId="{728B8551-E313-334C-A1B3-36F4CA509F10}" srcOrd="3" destOrd="0" presId="urn:microsoft.com/office/officeart/2005/8/layout/vList3"/>
    <dgm:cxn modelId="{C182BB00-09F0-5642-83BB-D23D516698CB}" type="presParOf" srcId="{9A2718F8-648B-E74D-AB50-D6AA04545352}" destId="{18D2381D-B1F6-174C-8BFB-07A418753468}" srcOrd="4" destOrd="0" presId="urn:microsoft.com/office/officeart/2005/8/layout/vList3"/>
    <dgm:cxn modelId="{F39EC623-8057-8F46-B986-6D54DF7B2F5D}" type="presParOf" srcId="{18D2381D-B1F6-174C-8BFB-07A418753468}" destId="{071E9092-50C2-0047-9DF8-2908B0FA85C1}" srcOrd="0" destOrd="0" presId="urn:microsoft.com/office/officeart/2005/8/layout/vList3"/>
    <dgm:cxn modelId="{D46EA89C-B883-D14A-A6B8-B9350448DDB8}" type="presParOf" srcId="{18D2381D-B1F6-174C-8BFB-07A418753468}" destId="{2C73F0DE-C986-1F45-B2F2-3D0326494ED8}" srcOrd="1" destOrd="0" presId="urn:microsoft.com/office/officeart/2005/8/layout/vList3"/>
    <dgm:cxn modelId="{7BA67BD0-1B27-BA4D-BBA3-9F0E19E2FDB0}" type="presParOf" srcId="{9A2718F8-648B-E74D-AB50-D6AA04545352}" destId="{E46507AC-8306-814B-86BE-16857F030164}" srcOrd="5" destOrd="0" presId="urn:microsoft.com/office/officeart/2005/8/layout/vList3"/>
    <dgm:cxn modelId="{D5E2D37C-9867-B349-B86F-118E9752D346}" type="presParOf" srcId="{9A2718F8-648B-E74D-AB50-D6AA04545352}" destId="{EA1E8043-2B93-3342-8CB4-0E7FAE5E4E8C}" srcOrd="6" destOrd="0" presId="urn:microsoft.com/office/officeart/2005/8/layout/vList3"/>
    <dgm:cxn modelId="{BD54F5F3-3227-BE40-929A-3E64D0E7A635}" type="presParOf" srcId="{EA1E8043-2B93-3342-8CB4-0E7FAE5E4E8C}" destId="{021A4A91-6277-0D4F-9AA3-22CBD2F4270E}" srcOrd="0" destOrd="0" presId="urn:microsoft.com/office/officeart/2005/8/layout/vList3"/>
    <dgm:cxn modelId="{91FFAEA9-5448-9642-A4DE-F3305F751A95}" type="presParOf" srcId="{EA1E8043-2B93-3342-8CB4-0E7FAE5E4E8C}" destId="{69EEE99E-6DCF-8A4B-B245-A80A3D61BB2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5C225-796F-6649-842A-51BAA1DC041B}">
      <dsp:nvSpPr>
        <dsp:cNvPr id="0" name=""/>
        <dsp:cNvSpPr/>
      </dsp:nvSpPr>
      <dsp:spPr>
        <a:xfrm rot="10800000">
          <a:off x="1489416" y="1067"/>
          <a:ext cx="5308601" cy="6091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8619" tIns="64770" rIns="120904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Free, Based On Open Source Technology. </a:t>
          </a:r>
        </a:p>
      </dsp:txBody>
      <dsp:txXfrm rot="10800000">
        <a:off x="1641703" y="1067"/>
        <a:ext cx="5156314" cy="609150"/>
      </dsp:txXfrm>
    </dsp:sp>
    <dsp:sp modelId="{C9B32B87-88DC-A246-B462-83D6F685F9A5}">
      <dsp:nvSpPr>
        <dsp:cNvPr id="0" name=""/>
        <dsp:cNvSpPr/>
      </dsp:nvSpPr>
      <dsp:spPr>
        <a:xfrm>
          <a:off x="1184841" y="1067"/>
          <a:ext cx="609150" cy="60915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02F6B21-4F35-DA40-B62A-E1255F8B0606}">
      <dsp:nvSpPr>
        <dsp:cNvPr id="0" name=""/>
        <dsp:cNvSpPr/>
      </dsp:nvSpPr>
      <dsp:spPr>
        <a:xfrm rot="10800000">
          <a:off x="1489416" y="777707"/>
          <a:ext cx="5308601" cy="6091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8619" tIns="64770" rIns="120904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Multiple Scripting Language Support. </a:t>
          </a:r>
        </a:p>
      </dsp:txBody>
      <dsp:txXfrm rot="10800000">
        <a:off x="1641703" y="777707"/>
        <a:ext cx="5156314" cy="609150"/>
      </dsp:txXfrm>
    </dsp:sp>
    <dsp:sp modelId="{32DDBB4D-1B73-A74F-AF99-1210C0CF8DB6}">
      <dsp:nvSpPr>
        <dsp:cNvPr id="0" name=""/>
        <dsp:cNvSpPr/>
      </dsp:nvSpPr>
      <dsp:spPr>
        <a:xfrm>
          <a:off x="1184841" y="777707"/>
          <a:ext cx="609150" cy="60915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5A655B0-EBD2-8C4E-B651-9EAD6CEFDB7B}">
      <dsp:nvSpPr>
        <dsp:cNvPr id="0" name=""/>
        <dsp:cNvSpPr/>
      </dsp:nvSpPr>
      <dsp:spPr>
        <a:xfrm rot="10800000">
          <a:off x="1489416" y="1554348"/>
          <a:ext cx="5308601" cy="6091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8619" tIns="64770" rIns="120904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Runs On * Operating Systems.</a:t>
          </a:r>
          <a:br>
            <a:rPr lang="en-US" sz="1700" kern="1200"/>
          </a:br>
          <a:r>
            <a:rPr lang="en-US" sz="1700" kern="1200"/>
            <a:t>Web Server With a modular design. </a:t>
          </a:r>
        </a:p>
      </dsp:txBody>
      <dsp:txXfrm rot="10800000">
        <a:off x="1641703" y="1554348"/>
        <a:ext cx="5156314" cy="609150"/>
      </dsp:txXfrm>
    </dsp:sp>
    <dsp:sp modelId="{05E9E12B-D4F5-EA49-92E2-C54EE85C0A39}">
      <dsp:nvSpPr>
        <dsp:cNvPr id="0" name=""/>
        <dsp:cNvSpPr/>
      </dsp:nvSpPr>
      <dsp:spPr>
        <a:xfrm>
          <a:off x="1184841" y="1554348"/>
          <a:ext cx="609150" cy="60915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C99A4B0-E6B2-D142-9A13-400FBE9D17FD}">
      <dsp:nvSpPr>
        <dsp:cNvPr id="0" name=""/>
        <dsp:cNvSpPr/>
      </dsp:nvSpPr>
      <dsp:spPr>
        <a:xfrm rot="10800000">
          <a:off x="1489416" y="2330988"/>
          <a:ext cx="5308601" cy="60915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8619" tIns="64770" rIns="120904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Simple, Powerful file-based configuration. </a:t>
          </a:r>
        </a:p>
      </dsp:txBody>
      <dsp:txXfrm rot="10800000">
        <a:off x="1641703" y="2330988"/>
        <a:ext cx="5156314" cy="609150"/>
      </dsp:txXfrm>
    </dsp:sp>
    <dsp:sp modelId="{B6752895-C19C-2B47-B8C8-F6A20515A461}">
      <dsp:nvSpPr>
        <dsp:cNvPr id="0" name=""/>
        <dsp:cNvSpPr/>
      </dsp:nvSpPr>
      <dsp:spPr>
        <a:xfrm>
          <a:off x="1184841" y="2330988"/>
          <a:ext cx="609150" cy="60915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5E73DB-9154-C747-B9BD-514CDFDC65C2}">
      <dsp:nvSpPr>
        <dsp:cNvPr id="0" name=""/>
        <dsp:cNvSpPr/>
      </dsp:nvSpPr>
      <dsp:spPr>
        <a:xfrm rot="10800000">
          <a:off x="1425186" y="980"/>
          <a:ext cx="5062473" cy="6002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4676" tIns="102870" rIns="192024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httpd.conf</a:t>
          </a:r>
        </a:p>
      </dsp:txBody>
      <dsp:txXfrm rot="10800000">
        <a:off x="1575238" y="980"/>
        <a:ext cx="4912421" cy="600209"/>
      </dsp:txXfrm>
    </dsp:sp>
    <dsp:sp modelId="{F13353AB-B023-8B42-B61B-E8FC504B6232}">
      <dsp:nvSpPr>
        <dsp:cNvPr id="0" name=""/>
        <dsp:cNvSpPr/>
      </dsp:nvSpPr>
      <dsp:spPr>
        <a:xfrm>
          <a:off x="1125081" y="980"/>
          <a:ext cx="600209" cy="6002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72570CA-E5AC-8145-AE2F-F53AC17D4385}">
      <dsp:nvSpPr>
        <dsp:cNvPr id="0" name=""/>
        <dsp:cNvSpPr/>
      </dsp:nvSpPr>
      <dsp:spPr>
        <a:xfrm rot="10800000">
          <a:off x="1425186" y="772870"/>
          <a:ext cx="5062473" cy="6002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4676" tIns="102870" rIns="192024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access.conf</a:t>
          </a:r>
          <a:r>
            <a:rPr lang="en-US" sz="2700" kern="1200" dirty="0"/>
            <a:t> ( </a:t>
          </a:r>
          <a:r>
            <a:rPr lang="en-US" sz="2700" kern="1200" dirty="0" err="1"/>
            <a:t>linux</a:t>
          </a:r>
          <a:r>
            <a:rPr lang="en-US" sz="2700" kern="1200" dirty="0"/>
            <a:t> ) </a:t>
          </a:r>
        </a:p>
      </dsp:txBody>
      <dsp:txXfrm rot="10800000">
        <a:off x="1575238" y="772870"/>
        <a:ext cx="4912421" cy="600209"/>
      </dsp:txXfrm>
    </dsp:sp>
    <dsp:sp modelId="{55EA894C-47AB-8348-B5F3-607B8667D08E}">
      <dsp:nvSpPr>
        <dsp:cNvPr id="0" name=""/>
        <dsp:cNvSpPr/>
      </dsp:nvSpPr>
      <dsp:spPr>
        <a:xfrm>
          <a:off x="1125081" y="772870"/>
          <a:ext cx="600209" cy="6002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C73F0DE-C986-1F45-B2F2-3D0326494ED8}">
      <dsp:nvSpPr>
        <dsp:cNvPr id="0" name=""/>
        <dsp:cNvSpPr/>
      </dsp:nvSpPr>
      <dsp:spPr>
        <a:xfrm rot="10800000">
          <a:off x="1425186" y="1544759"/>
          <a:ext cx="5062473" cy="6002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4676" tIns="102870" rIns="192024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.htaccess</a:t>
          </a:r>
        </a:p>
      </dsp:txBody>
      <dsp:txXfrm rot="10800000">
        <a:off x="1575238" y="1544759"/>
        <a:ext cx="4912421" cy="600209"/>
      </dsp:txXfrm>
    </dsp:sp>
    <dsp:sp modelId="{071E9092-50C2-0047-9DF8-2908B0FA85C1}">
      <dsp:nvSpPr>
        <dsp:cNvPr id="0" name=""/>
        <dsp:cNvSpPr/>
      </dsp:nvSpPr>
      <dsp:spPr>
        <a:xfrm>
          <a:off x="1125081" y="1544759"/>
          <a:ext cx="600209" cy="6002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9EEE99E-6DCF-8A4B-B245-A80A3D61BB29}">
      <dsp:nvSpPr>
        <dsp:cNvPr id="0" name=""/>
        <dsp:cNvSpPr/>
      </dsp:nvSpPr>
      <dsp:spPr>
        <a:xfrm rot="10800000">
          <a:off x="1425186" y="2316648"/>
          <a:ext cx="5062473" cy="6002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4676" tIns="102870" rIns="192024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.htpasswd </a:t>
          </a:r>
        </a:p>
      </dsp:txBody>
      <dsp:txXfrm rot="10800000">
        <a:off x="1575238" y="2316648"/>
        <a:ext cx="4912421" cy="600209"/>
      </dsp:txXfrm>
    </dsp:sp>
    <dsp:sp modelId="{021A4A91-6277-0D4F-9AA3-22CBD2F4270E}">
      <dsp:nvSpPr>
        <dsp:cNvPr id="0" name=""/>
        <dsp:cNvSpPr/>
      </dsp:nvSpPr>
      <dsp:spPr>
        <a:xfrm>
          <a:off x="1125081" y="2316648"/>
          <a:ext cx="600209" cy="6002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DE9BE-E6E6-D940-B401-3CE0DE1E56E0}" type="datetimeFigureOut">
              <a:rPr lang="en-US" smtClean="0"/>
              <a:t>6/14/21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F749A-E116-554A-B576-92C4A8267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58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749A-E116-554A-B576-92C4A82672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74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Background 0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9139237" cy="646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5157788"/>
            <a:ext cx="9144000" cy="17002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6" name="Rectangle 5"/>
          <p:cNvSpPr/>
          <p:nvPr/>
        </p:nvSpPr>
        <p:spPr>
          <a:xfrm>
            <a:off x="1692275" y="1628775"/>
            <a:ext cx="7451725" cy="5229225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5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Background 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288"/>
            <a:ext cx="9144000" cy="6464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5157788"/>
            <a:ext cx="9144000" cy="17002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9353" y="0"/>
            <a:ext cx="6837114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907704" y="1988840"/>
            <a:ext cx="6837114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1907704" y="1484784"/>
            <a:ext cx="6840760" cy="504056"/>
          </a:xfrm>
        </p:spPr>
        <p:txBody>
          <a:bodyPr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12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406901"/>
            <a:ext cx="7344816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1640" y="2906713"/>
            <a:ext cx="73448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4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872" y="0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1556792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132856"/>
            <a:ext cx="3456384" cy="396044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132855"/>
            <a:ext cx="3466728" cy="396044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1556792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7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6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Background 0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693275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13250" y="2859881"/>
            <a:ext cx="7067128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9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5" y="2564904"/>
            <a:ext cx="3168352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4365104"/>
            <a:ext cx="688416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63688" y="1484784"/>
            <a:ext cx="6884168" cy="281074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id-ID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3688" y="5000402"/>
            <a:ext cx="688416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42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3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84784"/>
            <a:ext cx="2057400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1484784"/>
            <a:ext cx="543339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4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 descr="Background 02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46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788"/>
            <a:ext cx="9144000" cy="17002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2076450" y="0"/>
            <a:ext cx="706755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47813" y="1484313"/>
            <a:ext cx="7416800" cy="453707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18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  <a:cs typeface="Arial" charset="0"/>
              </a:defRPr>
            </a:lvl1pPr>
          </a:lstStyle>
          <a:p>
            <a:fld id="{00C34B0B-3E4C-B245-9748-8CE896AEFB9F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18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18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cs typeface="Arial" charset="0"/>
              </a:defRPr>
            </a:lvl1pPr>
          </a:lstStyle>
          <a:p>
            <a:fld id="{012BA162-D0EB-F541-8DD1-5CA71EF0999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b="1" kern="1200">
          <a:solidFill>
            <a:srgbClr val="0079B8"/>
          </a:solidFill>
          <a:latin typeface="Open Sans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79B8"/>
          </a:solidFill>
          <a:latin typeface="Open Sans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79B8"/>
          </a:solidFill>
          <a:latin typeface="Open Sans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79B8"/>
          </a:solidFill>
          <a:latin typeface="Open Sans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79B8"/>
          </a:solidFill>
          <a:latin typeface="Open Sans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79B8"/>
          </a:solidFill>
          <a:latin typeface="Open Sans" charset="0"/>
          <a:ea typeface="ＭＳ Ｐゴシック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79B8"/>
          </a:solidFill>
          <a:latin typeface="Open Sans" charset="0"/>
          <a:ea typeface="ＭＳ Ｐゴシック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79B8"/>
          </a:solidFill>
          <a:latin typeface="Open Sans" charset="0"/>
          <a:ea typeface="ＭＳ Ｐゴシック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79B8"/>
          </a:solidFill>
          <a:latin typeface="Open Sans" charset="0"/>
          <a:ea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Open Sans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Open Sans"/>
          <a:ea typeface="ＭＳ Ｐゴシック" charset="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Open Sans"/>
          <a:ea typeface="ＭＳ Ｐゴシック" charset="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Open Sans"/>
          <a:ea typeface="ＭＳ Ｐゴシック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Open Sans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://www.tamk.fi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Basic and Technology Environment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Cyber Security</a:t>
            </a:r>
          </a:p>
        </p:txBody>
      </p:sp>
    </p:spTree>
    <p:extLst>
      <p:ext uri="{BB962C8B-B14F-4D97-AF65-F5344CB8AC3E}">
        <p14:creationId xmlns:p14="http://schemas.microsoft.com/office/powerpoint/2010/main" val="1535508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Technology Concept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2447925"/>
            <a:ext cx="2598738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738" y="2128838"/>
            <a:ext cx="2154237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4"/>
          <p:cNvSpPr>
            <a:spLocks noChangeShapeType="1"/>
          </p:cNvSpPr>
          <p:nvPr/>
        </p:nvSpPr>
        <p:spPr bwMode="auto">
          <a:xfrm flipH="1">
            <a:off x="2898775" y="3059113"/>
            <a:ext cx="3756025" cy="0"/>
          </a:xfrm>
          <a:prstGeom prst="line">
            <a:avLst/>
          </a:prstGeom>
          <a:noFill/>
          <a:ln w="38100">
            <a:solidFill>
              <a:srgbClr val="9A9A9A"/>
            </a:solidFill>
            <a:prstDash val="dash"/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 rot="10800000" flipH="1">
            <a:off x="2898775" y="3783013"/>
            <a:ext cx="3756025" cy="0"/>
          </a:xfrm>
          <a:prstGeom prst="line">
            <a:avLst/>
          </a:prstGeom>
          <a:noFill/>
          <a:ln w="38100">
            <a:solidFill>
              <a:srgbClr val="9A9A9A"/>
            </a:solidFill>
            <a:prstDash val="dash"/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11" name="Rectangle 6"/>
          <p:cNvSpPr>
            <a:spLocks/>
          </p:cNvSpPr>
          <p:nvPr/>
        </p:nvSpPr>
        <p:spPr bwMode="auto">
          <a:xfrm>
            <a:off x="381000" y="1524000"/>
            <a:ext cx="2490788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2100" b="1" dirty="0">
                <a:latin typeface="Calibri" charset="0"/>
              </a:rPr>
              <a:t>Client</a:t>
            </a:r>
          </a:p>
          <a:p>
            <a:pPr eaLnBrk="1" hangingPunct="1"/>
            <a:r>
              <a:rPr lang="en-US" altLang="en-US" sz="2100" i="1" dirty="0">
                <a:latin typeface="Calibri" charset="0"/>
              </a:rPr>
              <a:t>User-agent: Firefox</a:t>
            </a:r>
          </a:p>
        </p:txBody>
      </p:sp>
      <p:sp>
        <p:nvSpPr>
          <p:cNvPr id="12" name="Rectangle 7"/>
          <p:cNvSpPr>
            <a:spLocks/>
          </p:cNvSpPr>
          <p:nvPr/>
        </p:nvSpPr>
        <p:spPr bwMode="auto">
          <a:xfrm>
            <a:off x="6408738" y="1524000"/>
            <a:ext cx="2490787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2100" b="1">
                <a:latin typeface="Calibri" charset="0"/>
              </a:rPr>
              <a:t>Server</a:t>
            </a:r>
          </a:p>
          <a:p>
            <a:pPr eaLnBrk="1" hangingPunct="1"/>
            <a:r>
              <a:rPr lang="en-US" altLang="en-US" sz="2100" i="1">
                <a:latin typeface="Calibri" charset="0"/>
              </a:rPr>
              <a:t>Apache HTTP Server</a:t>
            </a:r>
          </a:p>
        </p:txBody>
      </p:sp>
      <p:sp>
        <p:nvSpPr>
          <p:cNvPr id="13" name="Rectangle 8"/>
          <p:cNvSpPr>
            <a:spLocks/>
          </p:cNvSpPr>
          <p:nvPr/>
        </p:nvSpPr>
        <p:spPr bwMode="auto">
          <a:xfrm>
            <a:off x="3079750" y="1612900"/>
            <a:ext cx="3736975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2000" i="1">
                <a:latin typeface="Calibri" charset="0"/>
              </a:rPr>
              <a:t>example request</a:t>
            </a:r>
          </a:p>
          <a:p>
            <a:pPr eaLnBrk="1" hangingPunct="1"/>
            <a:r>
              <a:rPr lang="en-US" altLang="en-US" sz="1500">
                <a:latin typeface="Courier" charset="0"/>
                <a:sym typeface="Courier" charset="0"/>
              </a:rPr>
              <a:t>GET / HTTP/1.1</a:t>
            </a:r>
          </a:p>
          <a:p>
            <a:pPr eaLnBrk="1" hangingPunct="1"/>
            <a:r>
              <a:rPr lang="en-US" altLang="en-US" sz="1500">
                <a:latin typeface="Courier" charset="0"/>
                <a:sym typeface="Courier" charset="0"/>
              </a:rPr>
              <a:t>Host: </a:t>
            </a:r>
            <a:r>
              <a:rPr lang="en-US" altLang="en-US" sz="1500" u="sng">
                <a:latin typeface="Courier" charset="0"/>
                <a:sym typeface="Courier" charset="0"/>
                <a:hlinkClick r:id="rId4"/>
              </a:rPr>
              <a:t>www.tamk.fi</a:t>
            </a:r>
            <a:endParaRPr lang="en-US" altLang="en-US" sz="1500">
              <a:latin typeface="Courier" charset="0"/>
              <a:sym typeface="Courier" charset="0"/>
            </a:endParaRPr>
          </a:p>
          <a:p>
            <a:pPr eaLnBrk="1" hangingPunct="1"/>
            <a:r>
              <a:rPr lang="en-US" altLang="en-US" sz="1500">
                <a:latin typeface="Courier" charset="0"/>
                <a:sym typeface="Courier" charset="0"/>
              </a:rPr>
              <a:t>User-Agent: Mozilla/5.0 (Mac..)</a:t>
            </a:r>
          </a:p>
          <a:p>
            <a:pPr eaLnBrk="1" hangingPunct="1"/>
            <a:r>
              <a:rPr lang="en-US" altLang="en-US" sz="1500">
                <a:latin typeface="Courier" charset="0"/>
                <a:sym typeface="Courier" charset="0"/>
              </a:rPr>
              <a:t>...</a:t>
            </a:r>
          </a:p>
          <a:p>
            <a:pPr eaLnBrk="1" hangingPunct="1"/>
            <a:endParaRPr lang="en-US" altLang="en-US" sz="1500">
              <a:latin typeface="Courier" charset="0"/>
              <a:sym typeface="Courier" charset="0"/>
            </a:endParaRPr>
          </a:p>
        </p:txBody>
      </p:sp>
      <p:sp>
        <p:nvSpPr>
          <p:cNvPr id="14" name="Rectangle 9"/>
          <p:cNvSpPr>
            <a:spLocks/>
          </p:cNvSpPr>
          <p:nvPr/>
        </p:nvSpPr>
        <p:spPr bwMode="auto">
          <a:xfrm>
            <a:off x="4481513" y="3381375"/>
            <a:ext cx="9906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2000" i="1">
                <a:latin typeface="Calibri" charset="0"/>
              </a:rPr>
              <a:t>response</a:t>
            </a:r>
          </a:p>
        </p:txBody>
      </p:sp>
      <p:pic>
        <p:nvPicPr>
          <p:cNvPr id="15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725" y="4906963"/>
            <a:ext cx="16256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/>
          <p:cNvCxnSpPr/>
          <p:nvPr/>
        </p:nvCxnSpPr>
        <p:spPr>
          <a:xfrm rot="5400000">
            <a:off x="7367588" y="4652963"/>
            <a:ext cx="504825" cy="31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7"/>
          <p:cNvSpPr>
            <a:spLocks/>
          </p:cNvSpPr>
          <p:nvPr/>
        </p:nvSpPr>
        <p:spPr bwMode="auto">
          <a:xfrm>
            <a:off x="4325938" y="5287963"/>
            <a:ext cx="2490787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 eaLnBrk="1" hangingPunct="1"/>
            <a:r>
              <a:rPr lang="en-US" altLang="en-US" sz="2100" b="1">
                <a:latin typeface="Calibri" charset="0"/>
              </a:rPr>
              <a:t>Database</a:t>
            </a:r>
          </a:p>
          <a:p>
            <a:pPr algn="r" eaLnBrk="1" hangingPunct="1"/>
            <a:r>
              <a:rPr lang="en-US" altLang="en-US" sz="2100" i="1">
                <a:latin typeface="Calibri" charset="0"/>
              </a:rPr>
              <a:t>MySQL</a:t>
            </a:r>
          </a:p>
        </p:txBody>
      </p:sp>
      <p:sp>
        <p:nvSpPr>
          <p:cNvPr id="18" name="Rectangle 7"/>
          <p:cNvSpPr>
            <a:spLocks/>
          </p:cNvSpPr>
          <p:nvPr/>
        </p:nvSpPr>
        <p:spPr bwMode="auto">
          <a:xfrm>
            <a:off x="7175500" y="3248025"/>
            <a:ext cx="890588" cy="3333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 b="1">
                <a:solidFill>
                  <a:srgbClr val="000000"/>
                </a:solidFill>
                <a:latin typeface="Calibri" charset="0"/>
              </a:rPr>
              <a:t>PHP</a:t>
            </a:r>
          </a:p>
        </p:txBody>
      </p:sp>
    </p:spTree>
    <p:extLst>
      <p:ext uri="{BB962C8B-B14F-4D97-AF65-F5344CB8AC3E}">
        <p14:creationId xmlns:p14="http://schemas.microsoft.com/office/powerpoint/2010/main" val="49698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HTTP Server Overview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808931859"/>
              </p:ext>
            </p:extLst>
          </p:nvPr>
        </p:nvGraphicFramePr>
        <p:xfrm>
          <a:off x="957942" y="2109763"/>
          <a:ext cx="7982859" cy="2941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024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Configuration File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984897254"/>
              </p:ext>
            </p:extLst>
          </p:nvPr>
        </p:nvGraphicFramePr>
        <p:xfrm>
          <a:off x="1299029" y="1762649"/>
          <a:ext cx="7612742" cy="2917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241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77871" y="2288366"/>
            <a:ext cx="7702658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charset="2"/>
              <a:buChar char="§"/>
            </a:pPr>
            <a:r>
              <a:rPr lang="en-US" sz="2400" b="1" dirty="0" err="1">
                <a:latin typeface="Calibri" charset="0"/>
              </a:rPr>
              <a:t>ServerRoot</a:t>
            </a:r>
            <a:r>
              <a:rPr lang="en-US" sz="2400" b="1" dirty="0">
                <a:latin typeface="Calibri" charset="0"/>
              </a:rPr>
              <a:t> </a:t>
            </a:r>
            <a:r>
              <a:rPr lang="en-US" sz="2400" dirty="0">
                <a:latin typeface="Calibri" charset="0"/>
              </a:rPr>
              <a:t>:: Apache Installation Directory Path. </a:t>
            </a:r>
          </a:p>
          <a:p>
            <a:pPr lvl="1"/>
            <a:r>
              <a:rPr lang="en-US" sz="2400" b="1" dirty="0" err="1">
                <a:solidFill>
                  <a:srgbClr val="3333FF"/>
                </a:solidFill>
                <a:latin typeface="Calibri" charset="0"/>
              </a:rPr>
              <a:t>ServerRoot</a:t>
            </a:r>
            <a:r>
              <a:rPr lang="en-US" sz="2400" b="1" dirty="0">
                <a:solidFill>
                  <a:srgbClr val="3333FF"/>
                </a:solidFill>
                <a:latin typeface="Calibri" charset="0"/>
              </a:rPr>
              <a:t> “e:/apache2.2.11" </a:t>
            </a:r>
            <a:endParaRPr lang="en-US" sz="2400" dirty="0"/>
          </a:p>
          <a:p>
            <a:r>
              <a:rPr lang="en-US" sz="2400" dirty="0">
                <a:latin typeface="Wingdings" charset="2"/>
              </a:rPr>
              <a:t> </a:t>
            </a:r>
            <a:r>
              <a:rPr lang="en-US" sz="2400" b="1" dirty="0">
                <a:latin typeface="Calibri" charset="0"/>
              </a:rPr>
              <a:t>Listen </a:t>
            </a:r>
            <a:r>
              <a:rPr lang="en-US" sz="2400" dirty="0">
                <a:latin typeface="Calibri" charset="0"/>
              </a:rPr>
              <a:t>:: IP addresses and ports that the server listens. </a:t>
            </a:r>
            <a:endParaRPr lang="en-US" sz="2400" dirty="0"/>
          </a:p>
          <a:p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	Listen 80</a:t>
            </a:r>
            <a:br>
              <a:rPr lang="en-US" sz="2400" b="1" dirty="0">
                <a:solidFill>
                  <a:srgbClr val="0000FF"/>
                </a:solidFill>
                <a:latin typeface="Calibri" charset="0"/>
              </a:rPr>
            </a:b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	Listen 192.1.1.132:9111 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252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6360" y="1608410"/>
            <a:ext cx="7408190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Wingdings" charset="2"/>
              </a:rPr>
              <a:t> </a:t>
            </a:r>
            <a:r>
              <a:rPr lang="en-US" sz="2400" b="1" dirty="0" err="1">
                <a:latin typeface="Calibri" charset="0"/>
              </a:rPr>
              <a:t>ServerAdmin</a:t>
            </a:r>
            <a:r>
              <a:rPr lang="en-US" sz="2400" b="1" dirty="0">
                <a:latin typeface="Calibri" charset="0"/>
              </a:rPr>
              <a:t> </a:t>
            </a:r>
            <a:r>
              <a:rPr lang="en-US" sz="2400" dirty="0">
                <a:latin typeface="Calibri" charset="0"/>
              </a:rPr>
              <a:t>:: Email Address that will be displayed in </a:t>
            </a:r>
            <a:endParaRPr lang="en-US" sz="2400" dirty="0"/>
          </a:p>
          <a:p>
            <a:pPr algn="just"/>
            <a:r>
              <a:rPr lang="en-US" sz="2400" dirty="0">
                <a:latin typeface="Calibri" charset="0"/>
              </a:rPr>
              <a:t>the error message when error occurs </a:t>
            </a:r>
            <a:endParaRPr lang="en-US" sz="2400" dirty="0"/>
          </a:p>
          <a:p>
            <a:pPr algn="just"/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ServerAdmin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binus@gmail.com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</a:t>
            </a:r>
            <a:endParaRPr lang="en-US" sz="2400" dirty="0"/>
          </a:p>
          <a:p>
            <a:pPr marL="285750" indent="-285750" algn="just">
              <a:buFont typeface="Wingdings" charset="2"/>
              <a:buChar char="§"/>
            </a:pPr>
            <a:r>
              <a:rPr lang="en-US" sz="2400" b="1" dirty="0" err="1">
                <a:latin typeface="Calibri" charset="0"/>
              </a:rPr>
              <a:t>ServerName</a:t>
            </a:r>
            <a:r>
              <a:rPr lang="en-US" sz="2400" b="1" dirty="0">
                <a:latin typeface="Calibri" charset="0"/>
              </a:rPr>
              <a:t> </a:t>
            </a:r>
            <a:r>
              <a:rPr lang="en-US" sz="2400" dirty="0">
                <a:latin typeface="Calibri" charset="0"/>
              </a:rPr>
              <a:t>:: Current Server Name &amp; Port </a:t>
            </a:r>
          </a:p>
          <a:p>
            <a:pPr lvl="1" algn="just"/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ServerName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localhost:80 </a:t>
            </a:r>
            <a:endParaRPr lang="en-US" sz="2400" dirty="0">
              <a:latin typeface="Wingdings" charset="2"/>
            </a:endParaRPr>
          </a:p>
          <a:p>
            <a:pPr marL="285750" indent="-285750" algn="just">
              <a:buFont typeface="Wingdings" charset="2"/>
              <a:buChar char="§"/>
            </a:pPr>
            <a:r>
              <a:rPr lang="en-US" sz="2400" b="1" dirty="0" err="1">
                <a:latin typeface="Calibri" charset="0"/>
              </a:rPr>
              <a:t>ServerAlias</a:t>
            </a:r>
            <a:r>
              <a:rPr lang="en-US" sz="2400" b="1" dirty="0">
                <a:latin typeface="Calibri" charset="0"/>
              </a:rPr>
              <a:t> </a:t>
            </a:r>
            <a:r>
              <a:rPr lang="en-US" sz="2400" dirty="0">
                <a:latin typeface="Calibri" charset="0"/>
              </a:rPr>
              <a:t>:: Alternate Names for accessing virtual hosts. </a:t>
            </a:r>
          </a:p>
          <a:p>
            <a:pPr algn="just"/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ServerAlias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alias-1 alias-2 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570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29899" y="1546418"/>
            <a:ext cx="8012624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Wingdings" charset="2"/>
              </a:rPr>
              <a:t> </a:t>
            </a:r>
            <a:r>
              <a:rPr lang="en-US" sz="2400" b="1" dirty="0" err="1">
                <a:latin typeface="Calibri" charset="0"/>
              </a:rPr>
              <a:t>DocumentRoot</a:t>
            </a:r>
            <a:r>
              <a:rPr lang="en-US" sz="2400" b="1" dirty="0">
                <a:latin typeface="Calibri" charset="0"/>
              </a:rPr>
              <a:t> </a:t>
            </a:r>
            <a:r>
              <a:rPr lang="en-US" sz="2400" dirty="0">
                <a:latin typeface="Calibri" charset="0"/>
              </a:rPr>
              <a:t>:: Main Document Directory as displayed on </a:t>
            </a:r>
            <a:r>
              <a:rPr lang="en-US" sz="2400" dirty="0"/>
              <a:t> </a:t>
            </a:r>
            <a:r>
              <a:rPr lang="en-US" sz="2400" dirty="0">
                <a:latin typeface="Calibri" charset="0"/>
              </a:rPr>
              <a:t>the Web Site. </a:t>
            </a:r>
            <a:endParaRPr lang="en-US" sz="2400" dirty="0"/>
          </a:p>
          <a:p>
            <a:pPr algn="just"/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DocumentRoot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“E:/</a:t>
            </a:r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wwwroot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” </a:t>
            </a:r>
            <a:endParaRPr lang="en-US" sz="2400" dirty="0"/>
          </a:p>
          <a:p>
            <a:pPr algn="just"/>
            <a:r>
              <a:rPr lang="en-US" sz="2400" dirty="0">
                <a:latin typeface="Wingdings" charset="2"/>
              </a:rPr>
              <a:t> </a:t>
            </a:r>
            <a:r>
              <a:rPr lang="en-US" sz="2400" b="1" dirty="0" err="1">
                <a:latin typeface="Calibri" charset="0"/>
              </a:rPr>
              <a:t>NameVirtualHost</a:t>
            </a:r>
            <a:r>
              <a:rPr lang="en-US" sz="2400" b="1" dirty="0">
                <a:latin typeface="Calibri" charset="0"/>
              </a:rPr>
              <a:t> </a:t>
            </a:r>
            <a:r>
              <a:rPr lang="en-US" sz="2400" dirty="0">
                <a:latin typeface="Calibri" charset="0"/>
              </a:rPr>
              <a:t>:: Designates an IP address for name-virtual host </a:t>
            </a:r>
            <a:endParaRPr lang="en-US" sz="2400" dirty="0"/>
          </a:p>
          <a:p>
            <a:pPr algn="just"/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	</a:t>
            </a:r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NameVirtualHost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*:2125 </a:t>
            </a:r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NameVirtualHost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10.0.2.132:9111 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687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1892" y="1824403"/>
            <a:ext cx="7904135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charset="2"/>
              <a:buChar char="§"/>
            </a:pPr>
            <a:r>
              <a:rPr lang="en-US" sz="2000" b="1" dirty="0" err="1">
                <a:latin typeface="Calibri" charset="0"/>
              </a:rPr>
              <a:t>LoadModule</a:t>
            </a:r>
            <a:r>
              <a:rPr lang="en-US" sz="2000" b="1" dirty="0">
                <a:latin typeface="Calibri" charset="0"/>
              </a:rPr>
              <a:t> </a:t>
            </a:r>
            <a:r>
              <a:rPr lang="en-US" sz="2000" dirty="0">
                <a:latin typeface="Calibri" charset="0"/>
              </a:rPr>
              <a:t>:: Load Specific Apache Module. </a:t>
            </a:r>
          </a:p>
          <a:p>
            <a:pPr lvl="1"/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LoadModule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test_module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modules/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mod_test.so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</a:t>
            </a:r>
            <a:endParaRPr lang="en-US" sz="2000" dirty="0"/>
          </a:p>
          <a:p>
            <a:r>
              <a:rPr lang="en-US" sz="2000" dirty="0">
                <a:latin typeface="Wingdings" charset="2"/>
              </a:rPr>
              <a:t> </a:t>
            </a:r>
            <a:r>
              <a:rPr lang="en-US" sz="2000" b="1" dirty="0">
                <a:latin typeface="Calibri" charset="0"/>
              </a:rPr>
              <a:t>Include</a:t>
            </a:r>
            <a:r>
              <a:rPr lang="en-US" sz="2000" dirty="0">
                <a:latin typeface="Calibri" charset="0"/>
              </a:rPr>
              <a:t>:: Includes other configuration files in the server configuration file. </a:t>
            </a:r>
            <a:endParaRPr lang="en-US" sz="2000" dirty="0"/>
          </a:p>
          <a:p>
            <a:pPr lvl="1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Include “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test.conf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”</a:t>
            </a:r>
            <a:br>
              <a:rPr lang="en-US" sz="2000" b="1" dirty="0">
                <a:solidFill>
                  <a:srgbClr val="0000FF"/>
                </a:solidFill>
                <a:latin typeface="Calibri" charset="0"/>
              </a:rPr>
            </a:b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Include “e:/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wwwroot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/aliases/*.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conf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”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454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5878" y="1807918"/>
            <a:ext cx="7222210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auto"/>
            <a:r>
              <a:rPr lang="en-US" sz="2000" b="1" dirty="0" err="1">
                <a:latin typeface="Calibri" charset="0"/>
              </a:rPr>
              <a:t>IFModule</a:t>
            </a:r>
            <a:r>
              <a:rPr lang="en-US" sz="2000" b="1" dirty="0">
                <a:latin typeface="Calibri" charset="0"/>
              </a:rPr>
              <a:t> </a:t>
            </a:r>
            <a:r>
              <a:rPr lang="en-US" sz="2000" dirty="0">
                <a:latin typeface="Calibri" charset="0"/>
              </a:rPr>
              <a:t>:: Allows Module Specific Configurations. </a:t>
            </a:r>
          </a:p>
          <a:p>
            <a:pPr lvl="1" algn="just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IfModule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module_name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&gt; </a:t>
            </a:r>
            <a:endParaRPr lang="en-US" sz="2000" dirty="0">
              <a:latin typeface="Wingdings" charset="2"/>
            </a:endParaRPr>
          </a:p>
          <a:p>
            <a:pPr lvl="1" algn="just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Module Specific Configurations </a:t>
            </a:r>
          </a:p>
          <a:p>
            <a:pPr lvl="1" algn="just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&lt;/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IfModule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&gt; </a:t>
            </a:r>
            <a:endParaRPr lang="en-US" sz="2000" dirty="0"/>
          </a:p>
          <a:p>
            <a:pPr lvl="1" algn="just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IfModule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!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module_name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&gt; </a:t>
            </a:r>
          </a:p>
          <a:p>
            <a:pPr lvl="1" algn="just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Module Specific Configurations </a:t>
            </a:r>
            <a:endParaRPr lang="en-US" sz="2000" dirty="0"/>
          </a:p>
          <a:p>
            <a:pPr lvl="1" algn="just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&lt;/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IfModule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&gt;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7106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8352" y="1899923"/>
            <a:ext cx="64008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charset="2"/>
              <a:buChar char="§"/>
            </a:pPr>
            <a:r>
              <a:rPr lang="en-US" sz="2000" b="1" dirty="0">
                <a:latin typeface="Calibri" charset="0"/>
              </a:rPr>
              <a:t>Directory </a:t>
            </a:r>
            <a:r>
              <a:rPr lang="en-US" sz="2000" dirty="0">
                <a:latin typeface="Calibri" charset="0"/>
              </a:rPr>
              <a:t>:: Allows group of directives applied to directory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&lt;Directory “E:/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wwwroot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/"&gt; </a:t>
            </a:r>
            <a:endParaRPr lang="en-US" sz="2000" dirty="0"/>
          </a:p>
          <a:p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	List of directives... ................... .................... </a:t>
            </a:r>
            <a:endParaRPr lang="en-US" sz="2000" dirty="0"/>
          </a:p>
          <a:p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&lt;/Directory&gt;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8228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9863" y="1655015"/>
            <a:ext cx="7532177" cy="26161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latin typeface="Calibri" charset="0"/>
              </a:rPr>
              <a:t>Access Control Directives :: </a:t>
            </a:r>
            <a:endParaRPr lang="en-US" sz="2000" dirty="0"/>
          </a:p>
          <a:p>
            <a:endParaRPr lang="en-US" sz="2000" dirty="0">
              <a:latin typeface="Calibri" charset="0"/>
            </a:endParaRPr>
          </a:p>
          <a:p>
            <a:r>
              <a:rPr lang="en-US" sz="2000" dirty="0">
                <a:latin typeface="Calibri" charset="0"/>
              </a:rPr>
              <a:t>Determines who is allowed to access the website and who is kept out. </a:t>
            </a:r>
            <a:endParaRPr lang="en-US" sz="2000" dirty="0"/>
          </a:p>
          <a:p>
            <a:r>
              <a:rPr lang="en-US" sz="2000" dirty="0">
                <a:latin typeface="Calibri" charset="0"/>
              </a:rPr>
              <a:t>Access can be granted based on following criteria :: </a:t>
            </a:r>
            <a:endParaRPr lang="en-US" sz="2000" dirty="0"/>
          </a:p>
          <a:p>
            <a:endParaRPr lang="en-US" sz="2000" dirty="0">
              <a:latin typeface="Calibri" charset="0"/>
            </a:endParaRPr>
          </a:p>
          <a:p>
            <a:r>
              <a:rPr lang="en-US" sz="2000" dirty="0">
                <a:latin typeface="Calibri" charset="0"/>
              </a:rPr>
              <a:t>IP Address / Domain Name</a:t>
            </a:r>
          </a:p>
          <a:p>
            <a:r>
              <a:rPr lang="en-US" sz="2000" dirty="0">
                <a:latin typeface="Calibri" charset="0"/>
              </a:rPr>
              <a:t>Date &amp; Time</a:t>
            </a:r>
            <a:br>
              <a:rPr lang="en-US" sz="2000" dirty="0">
                <a:latin typeface="Calibri" charset="0"/>
              </a:rPr>
            </a:br>
            <a:r>
              <a:rPr lang="en-US" sz="2000" dirty="0">
                <a:latin typeface="Calibri" charset="0"/>
              </a:rPr>
              <a:t>Other User Defined Criteria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967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8352" y="1653921"/>
            <a:ext cx="7082725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>
                <a:latin typeface="Wingdings" charset="2"/>
              </a:rPr>
              <a:t></a:t>
            </a:r>
            <a:r>
              <a:rPr lang="en-US" sz="2000" b="1">
                <a:latin typeface="Calibri" charset="0"/>
              </a:rPr>
              <a:t>Order </a:t>
            </a:r>
            <a:r>
              <a:rPr lang="en-US" sz="2000" dirty="0">
                <a:latin typeface="Calibri" charset="0"/>
              </a:rPr>
              <a:t>:: Defines ordering for allow &amp; deny </a:t>
            </a:r>
            <a:endParaRPr lang="en-US" sz="2000" dirty="0"/>
          </a:p>
          <a:p>
            <a:pPr lvl="2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Order 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Allow,Deny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</a:t>
            </a:r>
          </a:p>
          <a:p>
            <a:pPr lvl="2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Order 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Deny,Allow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</a:t>
            </a:r>
            <a:endParaRPr lang="en-US" sz="2000" dirty="0"/>
          </a:p>
          <a:p>
            <a:r>
              <a:rPr lang="en-US" sz="2000" dirty="0">
                <a:latin typeface="Wingdings" charset="2"/>
              </a:rPr>
              <a:t></a:t>
            </a:r>
            <a:r>
              <a:rPr lang="en-US" sz="2000" b="1" dirty="0">
                <a:latin typeface="Calibri" charset="0"/>
              </a:rPr>
              <a:t>Allow </a:t>
            </a:r>
            <a:r>
              <a:rPr lang="en-US" sz="2000" dirty="0">
                <a:latin typeface="Calibri" charset="0"/>
              </a:rPr>
              <a:t>:: Allows access from given IP Address or Domain Name </a:t>
            </a:r>
          </a:p>
          <a:p>
            <a:pPr lvl="2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Allow From all </a:t>
            </a:r>
            <a:endParaRPr lang="en-US" sz="2000" dirty="0"/>
          </a:p>
          <a:p>
            <a:pPr lvl="2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Allow From 192.168 </a:t>
            </a:r>
            <a:endParaRPr lang="en-US" sz="2000" dirty="0"/>
          </a:p>
          <a:p>
            <a:r>
              <a:rPr lang="en-US" sz="2000" dirty="0">
                <a:latin typeface="Wingdings" charset="2"/>
              </a:rPr>
              <a:t></a:t>
            </a:r>
            <a:r>
              <a:rPr lang="en-US" sz="2000" b="1" dirty="0">
                <a:latin typeface="Calibri" charset="0"/>
              </a:rPr>
              <a:t>Deny </a:t>
            </a:r>
            <a:r>
              <a:rPr lang="en-US" sz="2000" dirty="0">
                <a:latin typeface="Calibri" charset="0"/>
              </a:rPr>
              <a:t>:: Deny access from given IP Address or Domain Name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	Deny From 192.168 </a:t>
            </a:r>
            <a:endParaRPr lang="en-US" sz="2000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2B0D9E-8C35-5C4C-B89B-01B62D15CAAE}"/>
              </a:ext>
            </a:extLst>
          </p:cNvPr>
          <p:cNvSpPr/>
          <p:nvPr/>
        </p:nvSpPr>
        <p:spPr>
          <a:xfrm>
            <a:off x="1348352" y="4362413"/>
            <a:ext cx="7082725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2" indent="-876300"/>
            <a:r>
              <a:rPr lang="en-US" sz="2000" b="1" dirty="0">
                <a:solidFill>
                  <a:schemeClr val="tx1"/>
                </a:solidFill>
                <a:latin typeface="Calibri" charset="0"/>
              </a:rPr>
              <a:t>Order </a:t>
            </a:r>
            <a:r>
              <a:rPr lang="en-US" sz="2000" b="1" dirty="0" err="1">
                <a:solidFill>
                  <a:schemeClr val="tx1"/>
                </a:solidFill>
                <a:latin typeface="Calibri" charset="0"/>
              </a:rPr>
              <a:t>Allow,Deny</a:t>
            </a:r>
            <a:endParaRPr lang="en-US" sz="2000" b="1" dirty="0">
              <a:solidFill>
                <a:schemeClr val="tx1"/>
              </a:solidFill>
              <a:latin typeface="Calibri" charset="0"/>
            </a:endParaRPr>
          </a:p>
          <a:p>
            <a:pPr lvl="2" indent="-876300"/>
            <a:r>
              <a:rPr lang="en-US" sz="2000" b="1" dirty="0">
                <a:solidFill>
                  <a:schemeClr val="tx1"/>
                </a:solidFill>
                <a:latin typeface="Calibri" charset="0"/>
              </a:rPr>
              <a:t>Allow</a:t>
            </a:r>
            <a:r>
              <a:rPr lang="en-US" sz="2000" dirty="0">
                <a:solidFill>
                  <a:schemeClr val="tx1"/>
                </a:solidFill>
                <a:latin typeface="Calibri" charset="0"/>
              </a:rPr>
              <a:t> list will be processed first, followed by </a:t>
            </a:r>
            <a:r>
              <a:rPr lang="en-US" sz="2000" b="1" dirty="0">
                <a:solidFill>
                  <a:schemeClr val="tx1"/>
                </a:solidFill>
                <a:latin typeface="Calibri" charset="0"/>
              </a:rPr>
              <a:t>Deny</a:t>
            </a:r>
            <a:r>
              <a:rPr lang="en-US" sz="2000" dirty="0">
                <a:solidFill>
                  <a:schemeClr val="tx1"/>
                </a:solidFill>
                <a:latin typeface="Calibri" charset="0"/>
              </a:rPr>
              <a:t> list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</a:t>
            </a:r>
          </a:p>
          <a:p>
            <a:pPr lvl="2" indent="-876300"/>
            <a:endParaRPr lang="en-US" sz="2000" b="1" dirty="0">
              <a:solidFill>
                <a:srgbClr val="0000FF"/>
              </a:solidFill>
              <a:latin typeface="Calibri" charset="0"/>
            </a:endParaRPr>
          </a:p>
          <a:p>
            <a:pPr lvl="2" indent="-876300"/>
            <a:r>
              <a:rPr lang="en-US" sz="2000" b="1" dirty="0">
                <a:solidFill>
                  <a:schemeClr val="tx1"/>
                </a:solidFill>
                <a:latin typeface="Calibri" charset="0"/>
              </a:rPr>
              <a:t>Order </a:t>
            </a:r>
            <a:r>
              <a:rPr lang="en-US" sz="2000" b="1" dirty="0" err="1">
                <a:solidFill>
                  <a:schemeClr val="tx1"/>
                </a:solidFill>
                <a:latin typeface="Calibri" charset="0"/>
              </a:rPr>
              <a:t>Deny,Allow</a:t>
            </a:r>
            <a:r>
              <a:rPr lang="en-US" sz="2000" b="1" dirty="0">
                <a:solidFill>
                  <a:schemeClr val="tx1"/>
                </a:solidFill>
                <a:latin typeface="Calibri" charset="0"/>
              </a:rPr>
              <a:t> </a:t>
            </a:r>
          </a:p>
          <a:p>
            <a:pPr lvl="2" indent="-876300"/>
            <a:r>
              <a:rPr lang="en-US" sz="2000" b="1" dirty="0">
                <a:solidFill>
                  <a:schemeClr val="tx1"/>
                </a:solidFill>
                <a:latin typeface="Calibri" charset="0"/>
              </a:rPr>
              <a:t>Deny</a:t>
            </a:r>
            <a:r>
              <a:rPr lang="en-US" sz="2000" dirty="0">
                <a:solidFill>
                  <a:schemeClr val="tx1"/>
                </a:solidFill>
                <a:latin typeface="Calibri" charset="0"/>
              </a:rPr>
              <a:t> list will be processed first, followed by </a:t>
            </a:r>
            <a:r>
              <a:rPr lang="en-US" sz="2000" b="1" dirty="0">
                <a:solidFill>
                  <a:schemeClr val="tx1"/>
                </a:solidFill>
                <a:latin typeface="Calibri" charset="0"/>
              </a:rPr>
              <a:t>Allow</a:t>
            </a:r>
            <a:r>
              <a:rPr lang="en-US" sz="2000" dirty="0">
                <a:solidFill>
                  <a:schemeClr val="tx1"/>
                </a:solidFill>
                <a:latin typeface="Calibri" charset="0"/>
              </a:rPr>
              <a:t> list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21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6359" y="1980370"/>
            <a:ext cx="7315200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alibri" charset="0"/>
              </a:rPr>
              <a:t>Apache Configuration File:: </a:t>
            </a:r>
            <a:endParaRPr lang="en-US" sz="2000" dirty="0"/>
          </a:p>
          <a:p>
            <a:pPr lvl="1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&lt;Directory “E:/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wwwroot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/protected”&gt; </a:t>
            </a:r>
            <a:endParaRPr lang="en-US" sz="2000" dirty="0"/>
          </a:p>
          <a:p>
            <a:pPr lvl="1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Order 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allow,deny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Allow from all</a:t>
            </a:r>
            <a:br>
              <a:rPr lang="en-US" sz="2000" b="1" dirty="0">
                <a:solidFill>
                  <a:srgbClr val="0000FF"/>
                </a:solidFill>
                <a:latin typeface="Calibri" charset="0"/>
              </a:rPr>
            </a:b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Deny from 192.168. </a:t>
            </a:r>
            <a:endParaRPr lang="en-US" sz="2000" dirty="0"/>
          </a:p>
          <a:p>
            <a:pPr lvl="1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&lt;/Directory&gt; </a:t>
            </a:r>
            <a:endParaRPr lang="en-US" sz="2000" dirty="0"/>
          </a:p>
          <a:p>
            <a:r>
              <a:rPr lang="en-US" sz="2000" dirty="0">
                <a:latin typeface="Calibri" charset="0"/>
              </a:rPr>
              <a:t>.</a:t>
            </a:r>
            <a:r>
              <a:rPr lang="en-US" sz="2000" dirty="0" err="1">
                <a:latin typeface="Calibri" charset="0"/>
              </a:rPr>
              <a:t>htaccess</a:t>
            </a:r>
            <a:r>
              <a:rPr lang="en-US" sz="2000" dirty="0">
                <a:latin typeface="Calibri" charset="0"/>
              </a:rPr>
              <a:t> ::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Order 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allow,deny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Allow from all</a:t>
            </a:r>
            <a:br>
              <a:rPr lang="en-US" sz="2000" b="1" dirty="0">
                <a:solidFill>
                  <a:srgbClr val="0000FF"/>
                </a:solidFill>
                <a:latin typeface="Calibri" charset="0"/>
              </a:rPr>
            </a:b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Deny from 192.168.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73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6583" y="1530919"/>
            <a:ext cx="7338448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Wingdings" charset="2"/>
              </a:rPr>
              <a:t> </a:t>
            </a:r>
            <a:r>
              <a:rPr lang="en-US" sz="2000" b="1" dirty="0" err="1">
                <a:latin typeface="Calibri" charset="0"/>
              </a:rPr>
              <a:t>FileMatch</a:t>
            </a:r>
            <a:r>
              <a:rPr lang="en-US" sz="2000" b="1" dirty="0">
                <a:latin typeface="Calibri" charset="0"/>
              </a:rPr>
              <a:t> </a:t>
            </a:r>
            <a:r>
              <a:rPr lang="en-US" sz="2000" dirty="0">
                <a:latin typeface="Calibri" charset="0"/>
              </a:rPr>
              <a:t>:: Allows to define Access Rights for specific files. </a:t>
            </a:r>
            <a:endParaRPr lang="en-US" sz="2000" dirty="0"/>
          </a:p>
          <a:p>
            <a:pPr lvl="2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FilesMatch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"^\.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ht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"&gt; </a:t>
            </a:r>
          </a:p>
          <a:p>
            <a:pPr lvl="3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Order 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allow,deny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</a:t>
            </a:r>
          </a:p>
          <a:p>
            <a:pPr lvl="3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Deny from all </a:t>
            </a:r>
            <a:endParaRPr lang="en-US" sz="2000" dirty="0"/>
          </a:p>
          <a:p>
            <a:pPr lvl="2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&lt;/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FilesMatch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&gt; </a:t>
            </a:r>
            <a:endParaRPr lang="en-US" sz="2000" dirty="0"/>
          </a:p>
          <a:p>
            <a:pPr lvl="2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FilesMatch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"\.pdf$"&gt; </a:t>
            </a:r>
          </a:p>
          <a:p>
            <a:pPr lvl="2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Order 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allow,deny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</a:t>
            </a:r>
          </a:p>
          <a:p>
            <a:pPr lvl="2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Deny from all </a:t>
            </a:r>
            <a:endParaRPr lang="en-US" sz="2000" dirty="0"/>
          </a:p>
          <a:p>
            <a:pPr lvl="2"/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&lt;/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FilesMatch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&gt;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468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32855" y="1915421"/>
            <a:ext cx="7129219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>
                <a:latin typeface="Wingdings" charset="2"/>
              </a:rPr>
              <a:t></a:t>
            </a:r>
            <a:r>
              <a:rPr lang="en-US" sz="2000" b="1" dirty="0" err="1">
                <a:latin typeface="Calibri" charset="0"/>
              </a:rPr>
              <a:t>AuthType</a:t>
            </a:r>
            <a:r>
              <a:rPr lang="en-US" sz="2000" b="1" dirty="0">
                <a:latin typeface="Calibri" charset="0"/>
              </a:rPr>
              <a:t> </a:t>
            </a:r>
            <a:r>
              <a:rPr lang="en-US" sz="2000" dirty="0">
                <a:latin typeface="Calibri" charset="0"/>
              </a:rPr>
              <a:t>:: Type Of User Authentication </a:t>
            </a:r>
            <a:endParaRPr lang="en-US" sz="2000" dirty="0"/>
          </a:p>
          <a:p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AuthType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Basic | Digest </a:t>
            </a:r>
            <a:endParaRPr lang="en-US" sz="2000" dirty="0"/>
          </a:p>
          <a:p>
            <a:r>
              <a:rPr lang="en-US" sz="2000" dirty="0">
                <a:latin typeface="Wingdings" charset="2"/>
              </a:rPr>
              <a:t></a:t>
            </a:r>
            <a:r>
              <a:rPr lang="en-US" sz="2000" b="1" dirty="0" err="1">
                <a:latin typeface="Calibri" charset="0"/>
              </a:rPr>
              <a:t>AuthUserFile</a:t>
            </a:r>
            <a:r>
              <a:rPr lang="en-US" sz="2000" b="1" dirty="0">
                <a:latin typeface="Calibri" charset="0"/>
              </a:rPr>
              <a:t> </a:t>
            </a:r>
            <a:r>
              <a:rPr lang="en-US" sz="2000" dirty="0">
                <a:latin typeface="Calibri" charset="0"/>
              </a:rPr>
              <a:t>:: File name which contains username and password 	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AuthUserFile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&lt;Directory&gt;/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FileName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1347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Apache Configuration Directives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8353" y="2136339"/>
            <a:ext cx="7315200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Wingdings" charset="2"/>
              </a:rPr>
              <a:t> </a:t>
            </a:r>
            <a:r>
              <a:rPr lang="en-US" sz="2000" b="1" dirty="0" err="1">
                <a:latin typeface="Calibri" charset="0"/>
              </a:rPr>
              <a:t>AuthName</a:t>
            </a:r>
            <a:r>
              <a:rPr lang="en-US" sz="2000" b="1" dirty="0">
                <a:latin typeface="Calibri" charset="0"/>
              </a:rPr>
              <a:t> </a:t>
            </a:r>
            <a:r>
              <a:rPr lang="en-US" sz="2000" dirty="0">
                <a:latin typeface="Calibri" charset="0"/>
              </a:rPr>
              <a:t>:: Authorization Title used in HTTP Authentication </a:t>
            </a:r>
            <a:endParaRPr lang="en-US" sz="2000" dirty="0"/>
          </a:p>
          <a:p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</a:t>
            </a:r>
            <a:r>
              <a:rPr lang="en-US" sz="2000" b="1" dirty="0" err="1">
                <a:solidFill>
                  <a:srgbClr val="0000FF"/>
                </a:solidFill>
                <a:latin typeface="Calibri" charset="0"/>
              </a:rPr>
              <a:t>AuthName</a:t>
            </a:r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 Authentication Title </a:t>
            </a:r>
            <a:endParaRPr lang="en-US" sz="2000" dirty="0"/>
          </a:p>
          <a:p>
            <a:r>
              <a:rPr lang="en-US" sz="2000" dirty="0">
                <a:latin typeface="Wingdings" charset="2"/>
              </a:rPr>
              <a:t> </a:t>
            </a:r>
            <a:r>
              <a:rPr lang="en-US" sz="2000" b="1" dirty="0">
                <a:latin typeface="Calibri" charset="0"/>
              </a:rPr>
              <a:t>Require </a:t>
            </a:r>
            <a:r>
              <a:rPr lang="en-US" sz="2000" dirty="0">
                <a:latin typeface="Calibri" charset="0"/>
              </a:rPr>
              <a:t>:: Defines Type of Users/groups that can access Contents. Access Types can be :: group | user | valid-user. </a:t>
            </a:r>
            <a:endParaRPr lang="en-US" sz="2000" dirty="0"/>
          </a:p>
          <a:p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Require [Access Type] [ Access Name ]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alibri" charset="0"/>
              </a:rPr>
              <a:t>	Require group admin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58333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Host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6875" y="1761423"/>
            <a:ext cx="7609667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alibri" charset="0"/>
              </a:rPr>
              <a:t>Allows more than one websites to run on the same server (Apache Server)</a:t>
            </a:r>
            <a:endParaRPr lang="en-US" dirty="0"/>
          </a:p>
          <a:p>
            <a:r>
              <a:rPr lang="en-US" dirty="0">
                <a:latin typeface="Calibri" charset="0"/>
              </a:rPr>
              <a:t>Two Types Of Virtual Hosts can be created: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charset="0"/>
              </a:rPr>
              <a:t>IP-based Virtual Hosts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charset="0"/>
              </a:rPr>
              <a:t>Name-based Virtual Hosts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4332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Host Related Directives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88218" y="1791216"/>
            <a:ext cx="4479010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Calibri" charset="0"/>
              </a:rPr>
              <a:t>&lt;</a:t>
            </a:r>
            <a:r>
              <a:rPr lang="en-US" sz="2000" b="1" dirty="0" err="1">
                <a:latin typeface="Calibri" charset="0"/>
              </a:rPr>
              <a:t>VirtualHost</a:t>
            </a:r>
            <a:r>
              <a:rPr lang="en-US" sz="2000" b="1" dirty="0">
                <a:latin typeface="Calibri" charset="0"/>
              </a:rPr>
              <a:t> [IP ADDRESS:PORT] &gt; </a:t>
            </a:r>
            <a:endParaRPr lang="en-US" sz="2400" dirty="0"/>
          </a:p>
          <a:p>
            <a:pPr lvl="1"/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ServerAdmin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</a:t>
            </a:r>
          </a:p>
          <a:p>
            <a:pPr lvl="1"/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DocumentRoot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</a:t>
            </a:r>
          </a:p>
          <a:p>
            <a:pPr lvl="1"/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ServerName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</a:t>
            </a:r>
          </a:p>
          <a:p>
            <a:pPr lvl="1"/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ServerAlias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</a:t>
            </a:r>
            <a:endParaRPr lang="en-US" sz="2400" dirty="0"/>
          </a:p>
          <a:p>
            <a:pPr lvl="1"/>
            <a:r>
              <a:rPr lang="en-US" sz="2400" b="1" dirty="0" err="1">
                <a:solidFill>
                  <a:srgbClr val="0000FF"/>
                </a:solidFill>
                <a:latin typeface="Calibri" charset="0"/>
              </a:rPr>
              <a:t>ErrorLog</a:t>
            </a:r>
            <a:r>
              <a:rPr lang="en-US" sz="2400" b="1" dirty="0">
                <a:solidFill>
                  <a:srgbClr val="0000FF"/>
                </a:solidFill>
                <a:latin typeface="Calibri" charset="0"/>
              </a:rPr>
              <a:t> </a:t>
            </a:r>
            <a:endParaRPr lang="en-US" sz="2400" dirty="0"/>
          </a:p>
          <a:p>
            <a:r>
              <a:rPr lang="en-US" sz="2000" b="1" dirty="0">
                <a:latin typeface="Calibri" charset="0"/>
              </a:rPr>
              <a:t>&lt;/ </a:t>
            </a:r>
            <a:r>
              <a:rPr lang="en-US" sz="2000" b="1" dirty="0" err="1">
                <a:latin typeface="Calibri" charset="0"/>
              </a:rPr>
              <a:t>VirtualHost</a:t>
            </a:r>
            <a:r>
              <a:rPr lang="en-US" sz="2000" b="1" dirty="0">
                <a:latin typeface="Calibri" charset="0"/>
              </a:rPr>
              <a:t> &gt; 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5164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Virtual Host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96325" y="1672374"/>
            <a:ext cx="6695268" cy="36933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alibri" charset="0"/>
              </a:rPr>
              <a:t>Listen 2125 </a:t>
            </a:r>
          </a:p>
          <a:p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NameVirtualHost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*:2125 </a:t>
            </a:r>
            <a:endParaRPr lang="en-US" dirty="0"/>
          </a:p>
          <a:p>
            <a:r>
              <a:rPr lang="en-US" b="1" dirty="0">
                <a:solidFill>
                  <a:srgbClr val="0000FF"/>
                </a:solidFill>
                <a:latin typeface="Calibri" charset="0"/>
              </a:rPr>
              <a:t>&lt;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VirtualHost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localhost:2125&gt;</a:t>
            </a:r>
          </a:p>
          <a:p>
            <a:r>
              <a:rPr lang="en-US" b="1" dirty="0">
                <a:solidFill>
                  <a:srgbClr val="0000FF"/>
                </a:solidFill>
                <a:latin typeface="Calibri" charset="0"/>
              </a:rPr>
              <a:t> 	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ServerAdmin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binus@gmail.com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	</a:t>
            </a:r>
          </a:p>
          <a:p>
            <a:r>
              <a:rPr lang="en-US" b="1" dirty="0">
                <a:solidFill>
                  <a:srgbClr val="0000FF"/>
                </a:solidFill>
                <a:latin typeface="Calibri" charset="0"/>
              </a:rPr>
              <a:t>	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DocumentRoot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"E:\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wwwroot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\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zfBasics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" 	</a:t>
            </a:r>
          </a:p>
          <a:p>
            <a:r>
              <a:rPr lang="en-US" b="1" dirty="0">
                <a:solidFill>
                  <a:srgbClr val="0000FF"/>
                </a:solidFill>
                <a:latin typeface="Calibri" charset="0"/>
              </a:rPr>
              <a:t>	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ServerName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localhost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</a:t>
            </a:r>
            <a:endParaRPr lang="en-US" dirty="0"/>
          </a:p>
          <a:p>
            <a:r>
              <a:rPr lang="en-US" b="1" dirty="0">
                <a:solidFill>
                  <a:srgbClr val="0000FF"/>
                </a:solidFill>
                <a:latin typeface="Calibri" charset="0"/>
              </a:rPr>
              <a:t>&lt;/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VirtualHost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&gt; </a:t>
            </a:r>
            <a:endParaRPr lang="en-US" dirty="0"/>
          </a:p>
          <a:p>
            <a:pPr lvl="1"/>
            <a:r>
              <a:rPr lang="en-US" b="1" dirty="0">
                <a:solidFill>
                  <a:srgbClr val="0000FF"/>
                </a:solidFill>
                <a:latin typeface="Calibri" charset="0"/>
              </a:rPr>
              <a:t>Listen 9111 </a:t>
            </a:r>
          </a:p>
          <a:p>
            <a:pPr lvl="1"/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NameVirtualHost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*:9111 </a:t>
            </a:r>
            <a:endParaRPr lang="en-US" dirty="0"/>
          </a:p>
          <a:p>
            <a:r>
              <a:rPr lang="en-US" b="1" dirty="0">
                <a:solidFill>
                  <a:srgbClr val="0000FF"/>
                </a:solidFill>
                <a:latin typeface="Calibri" charset="0"/>
              </a:rPr>
              <a:t>&lt;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VirtualHost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*:9111&gt;</a:t>
            </a:r>
            <a:br>
              <a:rPr lang="en-US" b="1" dirty="0">
                <a:solidFill>
                  <a:srgbClr val="0000FF"/>
                </a:solidFill>
                <a:latin typeface="Calibri" charset="0"/>
              </a:rPr>
            </a:br>
            <a:r>
              <a:rPr lang="en-US" b="1" dirty="0">
                <a:solidFill>
                  <a:srgbClr val="0000FF"/>
                </a:solidFill>
                <a:latin typeface="Calibri" charset="0"/>
              </a:rPr>
              <a:t>	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ServerAdmin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binus@gmail.com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Calibri" charset="0"/>
              </a:rPr>
              <a:t>	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DocumentRoot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"E:\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wwwroot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\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addressbook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“ </a:t>
            </a:r>
            <a:endParaRPr lang="en-US" dirty="0"/>
          </a:p>
          <a:p>
            <a:r>
              <a:rPr lang="en-US" b="1" dirty="0">
                <a:solidFill>
                  <a:srgbClr val="0000FF"/>
                </a:solidFill>
                <a:latin typeface="Calibri" charset="0"/>
              </a:rPr>
              <a:t>&lt;/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VirtualHost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&gt;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1401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4915" y="1653921"/>
            <a:ext cx="8245097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>
                <a:latin typeface="Calibri" charset="0"/>
              </a:rPr>
              <a:t>Apache </a:t>
            </a:r>
            <a:r>
              <a:rPr lang="en-US" sz="2000" dirty="0">
                <a:latin typeface="Calibri" charset="0"/>
              </a:rPr>
              <a:t>Server generates Status Codes depending on </a:t>
            </a:r>
            <a:r>
              <a:rPr lang="en-US" sz="2000">
                <a:latin typeface="Calibri" charset="0"/>
              </a:rPr>
              <a:t>the Page/URL Request</a:t>
            </a:r>
            <a:r>
              <a:rPr lang="en-US" sz="2000" dirty="0">
                <a:latin typeface="Calibri" charset="0"/>
              </a:rPr>
              <a:t>. </a:t>
            </a:r>
            <a:endParaRPr lang="en-US" sz="2000" dirty="0"/>
          </a:p>
          <a:p>
            <a:endParaRPr lang="en-US" sz="2000" dirty="0">
              <a:latin typeface="Calibri" charset="0"/>
            </a:endParaRPr>
          </a:p>
          <a:p>
            <a:r>
              <a:rPr lang="en-US" sz="2000" dirty="0">
                <a:latin typeface="Calibri" charset="0"/>
              </a:rPr>
              <a:t>301 Moved Permanently 401 Unauthorized</a:t>
            </a:r>
            <a:br>
              <a:rPr lang="en-US" sz="2000" dirty="0">
                <a:latin typeface="Calibri" charset="0"/>
              </a:rPr>
            </a:br>
            <a:r>
              <a:rPr lang="en-US" sz="2000" dirty="0">
                <a:latin typeface="Calibri" charset="0"/>
              </a:rPr>
              <a:t>403 Forbidden</a:t>
            </a:r>
            <a:br>
              <a:rPr lang="en-US" sz="2000" dirty="0">
                <a:latin typeface="Calibri" charset="0"/>
              </a:rPr>
            </a:br>
            <a:r>
              <a:rPr lang="en-US" sz="2000" dirty="0">
                <a:latin typeface="Calibri" charset="0"/>
              </a:rPr>
              <a:t>404 Not Found </a:t>
            </a:r>
            <a:endParaRPr lang="en-US" sz="2000" dirty="0"/>
          </a:p>
          <a:p>
            <a:r>
              <a:rPr lang="en-US" sz="2000" dirty="0">
                <a:latin typeface="Calibri" charset="0"/>
              </a:rPr>
              <a:t>500 Internal Server Error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569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177871" y="1934093"/>
            <a:ext cx="7640664" cy="15081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err="1">
                <a:latin typeface="Calibri" charset="0"/>
              </a:rPr>
              <a:t>ErrorDocument</a:t>
            </a:r>
            <a:r>
              <a:rPr lang="en-US" sz="2000" b="1" dirty="0">
                <a:latin typeface="Calibri" charset="0"/>
              </a:rPr>
              <a:t> </a:t>
            </a:r>
            <a:r>
              <a:rPr lang="en-US" sz="2000" dirty="0">
                <a:latin typeface="Calibri" charset="0"/>
              </a:rPr>
              <a:t>:: Allows to define Custom Error Pages </a:t>
            </a:r>
            <a:endParaRPr lang="en-US" dirty="0"/>
          </a:p>
          <a:p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ErrorDocument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StatusCode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&lt;Custom Error Page Location&gt; 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ErrorDocument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401 /error401.html</a:t>
            </a:r>
            <a:br>
              <a:rPr lang="en-US" b="1" dirty="0">
                <a:solidFill>
                  <a:srgbClr val="0000FF"/>
                </a:solidFill>
                <a:latin typeface="Calibri" charset="0"/>
              </a:rPr>
            </a:b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ErrorDocument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403 /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errordocs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/error403.php </a:t>
            </a:r>
          </a:p>
          <a:p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ErrorDocument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404 http://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www.yousite.com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/</a:t>
            </a:r>
            <a:r>
              <a:rPr lang="en-US" b="1" dirty="0" err="1">
                <a:solidFill>
                  <a:srgbClr val="0000FF"/>
                </a:solidFill>
                <a:latin typeface="Calibri" charset="0"/>
              </a:rPr>
              <a:t>error.php</a:t>
            </a:r>
            <a:r>
              <a:rPr lang="en-US" b="1" dirty="0">
                <a:solidFill>
                  <a:srgbClr val="0000FF"/>
                </a:solidFill>
                <a:latin typeface="Calibri" charset="0"/>
              </a:rPr>
              <a:t>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763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Apache Module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45" y="1731075"/>
            <a:ext cx="8724900" cy="38608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5254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plateB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TemplateBM.pot</Template>
  <TotalTime>9468</TotalTime>
  <Words>865</Words>
  <Application>Microsoft Macintosh PowerPoint</Application>
  <PresentationFormat>On-screen Show (4:3)</PresentationFormat>
  <Paragraphs>149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</vt:lpstr>
      <vt:lpstr>Open Sans</vt:lpstr>
      <vt:lpstr>Wingdings</vt:lpstr>
      <vt:lpstr>TemplateBM</vt:lpstr>
      <vt:lpstr>Web Basic and Technology Environment</vt:lpstr>
      <vt:lpstr>Web Technology Concept</vt:lpstr>
      <vt:lpstr>Apache HTTP Server Overview</vt:lpstr>
      <vt:lpstr>Apache Configuration File</vt:lpstr>
      <vt:lpstr>Core Apache Configuration Directives</vt:lpstr>
      <vt:lpstr>Core Apache Configuration Directives</vt:lpstr>
      <vt:lpstr>Core Apache Configuration Directives</vt:lpstr>
      <vt:lpstr>Core Apache Configuration Directives</vt:lpstr>
      <vt:lpstr>Core Apache Configuration Directives</vt:lpstr>
      <vt:lpstr>Core Apache Configuration Directives</vt:lpstr>
      <vt:lpstr>Core Apache Configuration Directives</vt:lpstr>
      <vt:lpstr>Core Apache Configuration Directives</vt:lpstr>
      <vt:lpstr>Core Apache Configuration Directives</vt:lpstr>
      <vt:lpstr>Core Apache Configuration Directives</vt:lpstr>
      <vt:lpstr>Core Apache Configuration Directives</vt:lpstr>
      <vt:lpstr>Core Apache Configuration Directives</vt:lpstr>
      <vt:lpstr>Virtual Host</vt:lpstr>
      <vt:lpstr>Virtual Host Related Directives</vt:lpstr>
      <vt:lpstr>Common Virtual Host Example</vt:lpstr>
      <vt:lpstr>Error Handling</vt:lpstr>
      <vt:lpstr>Error Handling</vt:lpstr>
      <vt:lpstr>Important Apache Module</vt:lpstr>
    </vt:vector>
  </TitlesOfParts>
  <Company>Amazing Imagination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Information Security </dc:title>
  <dc:creator>Aditya Kurniawan</dc:creator>
  <cp:lastModifiedBy>Chrisando Ryan Pardomuan</cp:lastModifiedBy>
  <cp:revision>231</cp:revision>
  <dcterms:created xsi:type="dcterms:W3CDTF">2015-04-15T02:31:13Z</dcterms:created>
  <dcterms:modified xsi:type="dcterms:W3CDTF">2021-06-14T06:14:52Z</dcterms:modified>
</cp:coreProperties>
</file>